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4" r:id="rId5"/>
    <p:sldId id="258" r:id="rId6"/>
    <p:sldId id="259" r:id="rId7"/>
    <p:sldId id="260" r:id="rId8"/>
    <p:sldId id="268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AD1FD-12F4-8243-86E5-8872F9067C3C}" v="99" dt="2026-04-05T04:31:17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0"/>
    <p:restoredTop sz="94694"/>
  </p:normalViewPr>
  <p:slideViewPr>
    <p:cSldViewPr snapToGrid="0">
      <p:cViewPr varScale="1">
        <p:scale>
          <a:sx n="107" d="100"/>
          <a:sy n="107" d="100"/>
        </p:scale>
        <p:origin x="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ppam Srinivasan, Purushothaman (Cognizant)" userId="99e479eb-a008-45b5-aebf-5fc5a0d53abf" providerId="ADAL" clId="{6E159F7B-1630-5BDE-852D-FFDD71872CBE}"/>
    <pc:docChg chg="undo custSel addSld delSld modSld">
      <pc:chgData name="Cuppam Srinivasan, Purushothaman (Cognizant)" userId="99e479eb-a008-45b5-aebf-5fc5a0d53abf" providerId="ADAL" clId="{6E159F7B-1630-5BDE-852D-FFDD71872CBE}" dt="2026-04-05T04:32:23.928" v="2856" actId="1076"/>
      <pc:docMkLst>
        <pc:docMk/>
      </pc:docMkLst>
      <pc:sldChg chg="modSp mod">
        <pc:chgData name="Cuppam Srinivasan, Purushothaman (Cognizant)" userId="99e479eb-a008-45b5-aebf-5fc5a0d53abf" providerId="ADAL" clId="{6E159F7B-1630-5BDE-852D-FFDD71872CBE}" dt="2026-04-05T00:14:14.097" v="2227" actId="20577"/>
        <pc:sldMkLst>
          <pc:docMk/>
          <pc:sldMk cId="2509040488" sldId="257"/>
        </pc:sldMkLst>
        <pc:spChg chg="mod">
          <ac:chgData name="Cuppam Srinivasan, Purushothaman (Cognizant)" userId="99e479eb-a008-45b5-aebf-5fc5a0d53abf" providerId="ADAL" clId="{6E159F7B-1630-5BDE-852D-FFDD71872CBE}" dt="2026-04-05T00:14:14.097" v="2227" actId="20577"/>
          <ac:spMkLst>
            <pc:docMk/>
            <pc:sldMk cId="2509040488" sldId="257"/>
            <ac:spMk id="3" creationId="{B1C5BA70-B9DD-2416-DB46-2986E8025B2E}"/>
          </ac:spMkLst>
        </pc:spChg>
      </pc:sldChg>
      <pc:sldChg chg="addSp modSp mod">
        <pc:chgData name="Cuppam Srinivasan, Purushothaman (Cognizant)" userId="99e479eb-a008-45b5-aebf-5fc5a0d53abf" providerId="ADAL" clId="{6E159F7B-1630-5BDE-852D-FFDD71872CBE}" dt="2026-04-04T01:34:08.253" v="55" actId="1076"/>
        <pc:sldMkLst>
          <pc:docMk/>
          <pc:sldMk cId="519883934" sldId="260"/>
        </pc:sldMkLst>
        <pc:picChg chg="add mod">
          <ac:chgData name="Cuppam Srinivasan, Purushothaman (Cognizant)" userId="99e479eb-a008-45b5-aebf-5fc5a0d53abf" providerId="ADAL" clId="{6E159F7B-1630-5BDE-852D-FFDD71872CBE}" dt="2026-04-04T01:34:08.253" v="55" actId="1076"/>
          <ac:picMkLst>
            <pc:docMk/>
            <pc:sldMk cId="519883934" sldId="260"/>
            <ac:picMk id="4" creationId="{DE930E79-2A2A-2434-8717-A7C248B7BA6C}"/>
          </ac:picMkLst>
        </pc:picChg>
      </pc:sldChg>
      <pc:sldChg chg="del">
        <pc:chgData name="Cuppam Srinivasan, Purushothaman (Cognizant)" userId="99e479eb-a008-45b5-aebf-5fc5a0d53abf" providerId="ADAL" clId="{6E159F7B-1630-5BDE-852D-FFDD71872CBE}" dt="2026-04-04T01:26:49.393" v="52" actId="2696"/>
        <pc:sldMkLst>
          <pc:docMk/>
          <pc:sldMk cId="2792397161" sldId="261"/>
        </pc:sldMkLst>
      </pc:sldChg>
      <pc:sldChg chg="addSp delSp modSp new mod modClrScheme chgLayout">
        <pc:chgData name="Cuppam Srinivasan, Purushothaman (Cognizant)" userId="99e479eb-a008-45b5-aebf-5fc5a0d53abf" providerId="ADAL" clId="{6E159F7B-1630-5BDE-852D-FFDD71872CBE}" dt="2026-04-04T01:26:22.308" v="51" actId="14100"/>
        <pc:sldMkLst>
          <pc:docMk/>
          <pc:sldMk cId="736068073" sldId="262"/>
        </pc:sldMkLst>
        <pc:spChg chg="mod ord">
          <ac:chgData name="Cuppam Srinivasan, Purushothaman (Cognizant)" userId="99e479eb-a008-45b5-aebf-5fc5a0d53abf" providerId="ADAL" clId="{6E159F7B-1630-5BDE-852D-FFDD71872CBE}" dt="2026-04-04T01:26:10.465" v="49" actId="700"/>
          <ac:spMkLst>
            <pc:docMk/>
            <pc:sldMk cId="736068073" sldId="262"/>
            <ac:spMk id="2" creationId="{8F5DC719-BE9F-DF35-4EB9-64F5F5815805}"/>
          </ac:spMkLst>
        </pc:spChg>
        <pc:spChg chg="del">
          <ac:chgData name="Cuppam Srinivasan, Purushothaman (Cognizant)" userId="99e479eb-a008-45b5-aebf-5fc5a0d53abf" providerId="ADAL" clId="{6E159F7B-1630-5BDE-852D-FFDD71872CBE}" dt="2026-04-04T01:20:56.414" v="18"/>
          <ac:spMkLst>
            <pc:docMk/>
            <pc:sldMk cId="736068073" sldId="262"/>
            <ac:spMk id="3" creationId="{30C8ED64-9590-1AD7-D32A-C6956FF12712}"/>
          </ac:spMkLst>
        </pc:spChg>
        <pc:picChg chg="add mod ord">
          <ac:chgData name="Cuppam Srinivasan, Purushothaman (Cognizant)" userId="99e479eb-a008-45b5-aebf-5fc5a0d53abf" providerId="ADAL" clId="{6E159F7B-1630-5BDE-852D-FFDD71872CBE}" dt="2026-04-04T01:26:22.308" v="51" actId="14100"/>
          <ac:picMkLst>
            <pc:docMk/>
            <pc:sldMk cId="736068073" sldId="262"/>
            <ac:picMk id="4" creationId="{1F01F2E1-9821-390A-7B5F-CACB9B673348}"/>
          </ac:picMkLst>
        </pc:picChg>
      </pc:sldChg>
      <pc:sldChg chg="addSp delSp modSp new del mod modClrScheme chgLayout">
        <pc:chgData name="Cuppam Srinivasan, Purushothaman (Cognizant)" userId="99e479eb-a008-45b5-aebf-5fc5a0d53abf" providerId="ADAL" clId="{6E159F7B-1630-5BDE-852D-FFDD71872CBE}" dt="2026-04-04T02:39:45.881" v="498" actId="2696"/>
        <pc:sldMkLst>
          <pc:docMk/>
          <pc:sldMk cId="2148149580" sldId="263"/>
        </pc:sldMkLst>
        <pc:spChg chg="mod ord">
          <ac:chgData name="Cuppam Srinivasan, Purushothaman (Cognizant)" userId="99e479eb-a008-45b5-aebf-5fc5a0d53abf" providerId="ADAL" clId="{6E159F7B-1630-5BDE-852D-FFDD71872CBE}" dt="2026-04-04T02:05:02.680" v="186" actId="20577"/>
          <ac:spMkLst>
            <pc:docMk/>
            <pc:sldMk cId="2148149580" sldId="263"/>
            <ac:spMk id="2" creationId="{85054467-1B5E-D65E-483B-575A5B5C6264}"/>
          </ac:spMkLst>
        </pc:spChg>
        <pc:spChg chg="del">
          <ac:chgData name="Cuppam Srinivasan, Purushothaman (Cognizant)" userId="99e479eb-a008-45b5-aebf-5fc5a0d53abf" providerId="ADAL" clId="{6E159F7B-1630-5BDE-852D-FFDD71872CBE}" dt="2026-04-04T01:22:32.070" v="20"/>
          <ac:spMkLst>
            <pc:docMk/>
            <pc:sldMk cId="2148149580" sldId="263"/>
            <ac:spMk id="3" creationId="{C34E8417-6091-2ED7-75A8-276004017D8E}"/>
          </ac:spMkLst>
        </pc:spChg>
        <pc:spChg chg="add del mod">
          <ac:chgData name="Cuppam Srinivasan, Purushothaman (Cognizant)" userId="99e479eb-a008-45b5-aebf-5fc5a0d53abf" providerId="ADAL" clId="{6E159F7B-1630-5BDE-852D-FFDD71872CBE}" dt="2026-04-04T01:25:59.255" v="48" actId="700"/>
          <ac:spMkLst>
            <pc:docMk/>
            <pc:sldMk cId="2148149580" sldId="263"/>
            <ac:spMk id="6" creationId="{F27208FF-71A0-BC37-D9A2-807EA810BF2A}"/>
          </ac:spMkLst>
        </pc:spChg>
        <pc:picChg chg="add del mod">
          <ac:chgData name="Cuppam Srinivasan, Purushothaman (Cognizant)" userId="99e479eb-a008-45b5-aebf-5fc5a0d53abf" providerId="ADAL" clId="{6E159F7B-1630-5BDE-852D-FFDD71872CBE}" dt="2026-04-04T01:25:16.041" v="40" actId="478"/>
          <ac:picMkLst>
            <pc:docMk/>
            <pc:sldMk cId="2148149580" sldId="263"/>
            <ac:picMk id="4" creationId="{52A9F036-63DD-1F43-0AFA-0C730D6977D0}"/>
          </ac:picMkLst>
        </pc:picChg>
        <pc:picChg chg="add mod">
          <ac:chgData name="Cuppam Srinivasan, Purushothaman (Cognizant)" userId="99e479eb-a008-45b5-aebf-5fc5a0d53abf" providerId="ADAL" clId="{6E159F7B-1630-5BDE-852D-FFDD71872CBE}" dt="2026-04-04T01:25:49.799" v="47" actId="14100"/>
          <ac:picMkLst>
            <pc:docMk/>
            <pc:sldMk cId="2148149580" sldId="263"/>
            <ac:picMk id="7" creationId="{28FE9B23-6F22-BDAF-BE11-C319015ACE8F}"/>
          </ac:picMkLst>
        </pc:picChg>
      </pc:sldChg>
      <pc:sldChg chg="addSp modSp new mod">
        <pc:chgData name="Cuppam Srinivasan, Purushothaman (Cognizant)" userId="99e479eb-a008-45b5-aebf-5fc5a0d53abf" providerId="ADAL" clId="{6E159F7B-1630-5BDE-852D-FFDD71872CBE}" dt="2026-04-04T02:40:01.760" v="508" actId="1035"/>
        <pc:sldMkLst>
          <pc:docMk/>
          <pc:sldMk cId="397336348" sldId="264"/>
        </pc:sldMkLst>
        <pc:spChg chg="mod">
          <ac:chgData name="Cuppam Srinivasan, Purushothaman (Cognizant)" userId="99e479eb-a008-45b5-aebf-5fc5a0d53abf" providerId="ADAL" clId="{6E159F7B-1630-5BDE-852D-FFDD71872CBE}" dt="2026-04-04T02:39:38.533" v="497"/>
          <ac:spMkLst>
            <pc:docMk/>
            <pc:sldMk cId="397336348" sldId="264"/>
            <ac:spMk id="2" creationId="{FC5A0B7B-5F5D-F637-E4CD-0D58B506E8C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3" creationId="{242BDB37-58B6-6C2C-06DB-C53ACBE76D2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4" creationId="{BCD84C71-3E20-9808-500F-72E429A92D01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5" creationId="{EA8690E9-5D48-99CC-D5B4-3F58445B6848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18:15.769" v="253" actId="1076"/>
          <ac:spMkLst>
            <pc:docMk/>
            <pc:sldMk cId="397336348" sldId="264"/>
            <ac:spMk id="6" creationId="{87CD0F59-D7CD-F058-67C4-8690241EC4C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7" creationId="{AFED3EC6-EBFA-E305-411F-78FD219E898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8" creationId="{BCE53B2C-ED2E-29D8-6CFC-7275F5C3B4E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22:36.304" v="330" actId="1076"/>
          <ac:spMkLst>
            <pc:docMk/>
            <pc:sldMk cId="397336348" sldId="264"/>
            <ac:spMk id="9" creationId="{835BDD6B-48C5-03BF-5F02-5250B5D09EEB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16" creationId="{34E3FDED-0978-BFAA-2F52-0685C9C10D0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17" creationId="{B0E5C323-BED5-DBCA-A4CD-0BCEA2763B01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20" creationId="{F92673F0-D5F2-A864-90B3-BDE11493C9C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34:42.552" v="456" actId="1076"/>
          <ac:spMkLst>
            <pc:docMk/>
            <pc:sldMk cId="397336348" sldId="264"/>
            <ac:spMk id="21" creationId="{C24822F3-7E48-314B-A47F-0F6D6CACF2D8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26" creationId="{6A71BE18-F431-F9F0-1E6B-B6DF7F81D6ED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40:01.760" v="508" actId="1035"/>
          <ac:spMkLst>
            <pc:docMk/>
            <pc:sldMk cId="397336348" sldId="264"/>
            <ac:spMk id="33" creationId="{FAB94FCA-416A-2359-A485-F5E8EDFEB335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2:39:03.654" v="496"/>
          <ac:spMkLst>
            <pc:docMk/>
            <pc:sldMk cId="397336348" sldId="264"/>
            <ac:spMk id="36" creationId="{0F8562CA-4AC4-7AC5-8636-3D77A5AAEC67}"/>
          </ac:spMkLst>
        </pc:spChg>
        <pc:cxnChg chg="add">
          <ac:chgData name="Cuppam Srinivasan, Purushothaman (Cognizant)" userId="99e479eb-a008-45b5-aebf-5fc5a0d53abf" providerId="ADAL" clId="{6E159F7B-1630-5BDE-852D-FFDD71872CBE}" dt="2026-04-04T02:18:57.118" v="268" actId="11529"/>
          <ac:cxnSpMkLst>
            <pc:docMk/>
            <pc:sldMk cId="397336348" sldId="264"/>
            <ac:cxnSpMk id="11" creationId="{1A7BA060-DFED-D018-5DCF-CD6B860596E6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2:32:49.033" v="387" actId="1076"/>
          <ac:cxnSpMkLst>
            <pc:docMk/>
            <pc:sldMk cId="397336348" sldId="264"/>
            <ac:cxnSpMk id="12" creationId="{1384FCAA-8C78-9ADF-9494-666E2E25756A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2:36:53.018" v="461" actId="14100"/>
          <ac:cxnSpMkLst>
            <pc:docMk/>
            <pc:sldMk cId="397336348" sldId="264"/>
            <ac:cxnSpMk id="14" creationId="{180E3196-BAC9-39AB-EA91-FDE33DADA298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2:22:36.304" v="330" actId="1076"/>
          <ac:cxnSpMkLst>
            <pc:docMk/>
            <pc:sldMk cId="397336348" sldId="264"/>
            <ac:cxnSpMk id="22" creationId="{501F7BB0-9E0D-2B0B-6115-29A57BC5E848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2:33:29.798" v="391" actId="14100"/>
          <ac:cxnSpMkLst>
            <pc:docMk/>
            <pc:sldMk cId="397336348" sldId="264"/>
            <ac:cxnSpMk id="27" creationId="{D8541BF4-0F6C-DDA0-1268-553B144AFDE3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2:38:41.017" v="476" actId="14100"/>
          <ac:cxnSpMkLst>
            <pc:docMk/>
            <pc:sldMk cId="397336348" sldId="264"/>
            <ac:cxnSpMk id="30" creationId="{347D8C08-1466-B0A7-FB9C-D016E5229E27}"/>
          </ac:cxnSpMkLst>
        </pc:cxnChg>
      </pc:sldChg>
      <pc:sldChg chg="addSp delSp modSp new del mod modClrScheme chgLayout">
        <pc:chgData name="Cuppam Srinivasan, Purushothaman (Cognizant)" userId="99e479eb-a008-45b5-aebf-5fc5a0d53abf" providerId="ADAL" clId="{6E159F7B-1630-5BDE-852D-FFDD71872CBE}" dt="2026-04-04T07:31:03.417" v="1563" actId="2696"/>
        <pc:sldMkLst>
          <pc:docMk/>
          <pc:sldMk cId="718656733" sldId="265"/>
        </pc:sldMkLst>
        <pc:spChg chg="mod ord">
          <ac:chgData name="Cuppam Srinivasan, Purushothaman (Cognizant)" userId="99e479eb-a008-45b5-aebf-5fc5a0d53abf" providerId="ADAL" clId="{6E159F7B-1630-5BDE-852D-FFDD71872CBE}" dt="2026-04-04T02:42:52.099" v="512" actId="700"/>
          <ac:spMkLst>
            <pc:docMk/>
            <pc:sldMk cId="718656733" sldId="265"/>
            <ac:spMk id="2" creationId="{18F19BB1-894F-40BB-F653-4BA2321504E1}"/>
          </ac:spMkLst>
        </pc:spChg>
        <pc:spChg chg="del">
          <ac:chgData name="Cuppam Srinivasan, Purushothaman (Cognizant)" userId="99e479eb-a008-45b5-aebf-5fc5a0d53abf" providerId="ADAL" clId="{6E159F7B-1630-5BDE-852D-FFDD71872CBE}" dt="2026-04-04T02:42:52.099" v="512" actId="700"/>
          <ac:spMkLst>
            <pc:docMk/>
            <pc:sldMk cId="718656733" sldId="265"/>
            <ac:spMk id="3" creationId="{B1ED42C6-FA84-1BC0-0AFD-D43C9571D28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04:45.225" v="553" actId="1076"/>
          <ac:spMkLst>
            <pc:docMk/>
            <pc:sldMk cId="718656733" sldId="265"/>
            <ac:spMk id="4" creationId="{865D44E3-0F0E-1A3D-B32F-E4B293DFEA52}"/>
          </ac:spMkLst>
        </pc:spChg>
        <pc:spChg chg="add del">
          <ac:chgData name="Cuppam Srinivasan, Purushothaman (Cognizant)" userId="99e479eb-a008-45b5-aebf-5fc5a0d53abf" providerId="ADAL" clId="{6E159F7B-1630-5BDE-852D-FFDD71872CBE}" dt="2026-04-04T06:01:13.951" v="528" actId="11529"/>
          <ac:spMkLst>
            <pc:docMk/>
            <pc:sldMk cId="718656733" sldId="265"/>
            <ac:spMk id="5" creationId="{4D5CA71C-65DB-2479-292E-BE2D99F58FC8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0:40.752" v="692" actId="1076"/>
          <ac:spMkLst>
            <pc:docMk/>
            <pc:sldMk cId="718656733" sldId="265"/>
            <ac:spMk id="6" creationId="{3227066D-E291-487D-313E-C2A55AF1A61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2:27.675" v="710" actId="1076"/>
          <ac:spMkLst>
            <pc:docMk/>
            <pc:sldMk cId="718656733" sldId="265"/>
            <ac:spMk id="7" creationId="{E04CE064-B79A-4294-77DB-7066C359F7F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1:33.628" v="702" actId="20577"/>
          <ac:spMkLst>
            <pc:docMk/>
            <pc:sldMk cId="718656733" sldId="265"/>
            <ac:spMk id="8" creationId="{812ED2A6-F72C-9D7C-CABC-4D64536290E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19:27.497" v="677" actId="1076"/>
          <ac:spMkLst>
            <pc:docMk/>
            <pc:sldMk cId="718656733" sldId="265"/>
            <ac:spMk id="9" creationId="{C02A7458-6D27-B67A-0BCE-7D96C91E7FDA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2:48.488" v="713" actId="1076"/>
          <ac:spMkLst>
            <pc:docMk/>
            <pc:sldMk cId="718656733" sldId="265"/>
            <ac:spMk id="10" creationId="{D62C10B2-1FE3-1DF2-D69E-178B208BC85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3:07.834" v="716" actId="1076"/>
          <ac:spMkLst>
            <pc:docMk/>
            <pc:sldMk cId="718656733" sldId="265"/>
            <ac:spMk id="11" creationId="{FB7A255D-9FB4-A09C-24A7-12D90548D0A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6:24.873" v="733" actId="1076"/>
          <ac:spMkLst>
            <pc:docMk/>
            <pc:sldMk cId="718656733" sldId="265"/>
            <ac:spMk id="12" creationId="{0C7BB1B0-8F70-326F-24FB-DE06DC1A6846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30:07.186" v="793" actId="1076"/>
          <ac:spMkLst>
            <pc:docMk/>
            <pc:sldMk cId="718656733" sldId="265"/>
            <ac:spMk id="13" creationId="{0DDE4B38-24C5-60BF-EFD8-243B0C28C3D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0:33.466" v="690" actId="1076"/>
          <ac:spMkLst>
            <pc:docMk/>
            <pc:sldMk cId="718656733" sldId="265"/>
            <ac:spMk id="18" creationId="{DC824CC8-7B36-17A4-73E2-C7B21BF2D98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6:29.619" v="743" actId="20577"/>
          <ac:spMkLst>
            <pc:docMk/>
            <pc:sldMk cId="718656733" sldId="265"/>
            <ac:spMk id="26" creationId="{B25E2854-BF4F-D074-6DAA-18B2765414E5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26:40.448" v="745" actId="1076"/>
          <ac:spMkLst>
            <pc:docMk/>
            <pc:sldMk cId="718656733" sldId="265"/>
            <ac:spMk id="27" creationId="{D9B16502-0B00-0F88-CD46-FCA5413DEB83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47:42.811" v="884" actId="1076"/>
          <ac:spMkLst>
            <pc:docMk/>
            <pc:sldMk cId="718656733" sldId="265"/>
            <ac:spMk id="77" creationId="{C9FFF61A-4B90-BD0C-DB17-838F83016F2E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6:48:35.320" v="886" actId="1076"/>
          <ac:spMkLst>
            <pc:docMk/>
            <pc:sldMk cId="718656733" sldId="265"/>
            <ac:spMk id="78" creationId="{D87C4853-8B1E-41DB-3686-F6302E6E0305}"/>
          </ac:spMkLst>
        </pc:spChg>
        <pc:cxnChg chg="add">
          <ac:chgData name="Cuppam Srinivasan, Purushothaman (Cognizant)" userId="99e479eb-a008-45b5-aebf-5fc5a0d53abf" providerId="ADAL" clId="{6E159F7B-1630-5BDE-852D-FFDD71872CBE}" dt="2026-04-04T06:19:40.840" v="678" actId="11529"/>
          <ac:cxnSpMkLst>
            <pc:docMk/>
            <pc:sldMk cId="718656733" sldId="265"/>
            <ac:cxnSpMk id="15" creationId="{0B082ED7-2245-8D35-CE90-B6BF5156AE6D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20:36.651" v="691" actId="14100"/>
          <ac:cxnSpMkLst>
            <pc:docMk/>
            <pc:sldMk cId="718656733" sldId="265"/>
            <ac:cxnSpMk id="16" creationId="{49F4643F-9785-FCC0-E7D4-3B68B2447D7B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5:24.267" v="847" actId="692"/>
          <ac:cxnSpMkLst>
            <pc:docMk/>
            <pc:sldMk cId="718656733" sldId="265"/>
            <ac:cxnSpMk id="20" creationId="{8EF2EC24-326D-A8FF-03D1-29F349206B4D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4T06:21:05.121" v="697" actId="478"/>
          <ac:cxnSpMkLst>
            <pc:docMk/>
            <pc:sldMk cId="718656733" sldId="265"/>
            <ac:cxnSpMk id="21" creationId="{4B19CD89-B5E9-2F3F-1775-F098F3C15728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5:28.402" v="848" actId="692"/>
          <ac:cxnSpMkLst>
            <pc:docMk/>
            <pc:sldMk cId="718656733" sldId="265"/>
            <ac:cxnSpMk id="23" creationId="{1D3C61D1-0C8B-0F10-EE96-A175C455CC35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5:36.092" v="849" actId="692"/>
          <ac:cxnSpMkLst>
            <pc:docMk/>
            <pc:sldMk cId="718656733" sldId="265"/>
            <ac:cxnSpMk id="24" creationId="{59F92EBA-82D6-213E-7766-A3CFDFCB95C9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5:18.613" v="846" actId="692"/>
          <ac:cxnSpMkLst>
            <pc:docMk/>
            <pc:sldMk cId="718656733" sldId="265"/>
            <ac:cxnSpMk id="25" creationId="{788A6528-C25E-29FA-7494-C2028E858B20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27:14.860" v="747" actId="208"/>
          <ac:cxnSpMkLst>
            <pc:docMk/>
            <pc:sldMk cId="718656733" sldId="265"/>
            <ac:cxnSpMk id="29" creationId="{8A7ED65E-D3D7-769E-4C66-29EBDB8CECE2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28:16.300" v="756" actId="208"/>
          <ac:cxnSpMkLst>
            <pc:docMk/>
            <pc:sldMk cId="718656733" sldId="265"/>
            <ac:cxnSpMk id="30" creationId="{95B6BE12-2495-FAD3-7214-AD5B23B03545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29:05.639" v="761" actId="208"/>
          <ac:cxnSpMkLst>
            <pc:docMk/>
            <pc:sldMk cId="718656733" sldId="265"/>
            <ac:cxnSpMk id="35" creationId="{1170E428-05D4-863F-4A22-945BBA99D689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35:19.255" v="819" actId="208"/>
          <ac:cxnSpMkLst>
            <pc:docMk/>
            <pc:sldMk cId="718656733" sldId="265"/>
            <ac:cxnSpMk id="40" creationId="{EA7FB1E5-D9C5-71A1-228E-70EE8D22DF92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3:27.291" v="844" actId="693"/>
          <ac:cxnSpMkLst>
            <pc:docMk/>
            <pc:sldMk cId="718656733" sldId="265"/>
            <ac:cxnSpMk id="42" creationId="{4BA0F781-8B04-FA6F-6BDB-45B556FF5C65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4T06:33:01.518" v="804" actId="478"/>
          <ac:cxnSpMkLst>
            <pc:docMk/>
            <pc:sldMk cId="718656733" sldId="265"/>
            <ac:cxnSpMk id="49" creationId="{56370B2B-43A4-FB50-6F2C-D40CC15AB512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4T06:34:29.420" v="813" actId="478"/>
          <ac:cxnSpMkLst>
            <pc:docMk/>
            <pc:sldMk cId="718656733" sldId="265"/>
            <ac:cxnSpMk id="52" creationId="{71B9D5C1-F0CC-48DA-A290-CF576FB0636D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3:32.104" v="845" actId="693"/>
          <ac:cxnSpMkLst>
            <pc:docMk/>
            <pc:sldMk cId="718656733" sldId="265"/>
            <ac:cxnSpMk id="59" creationId="{00906864-5D9A-7A24-27FA-8E7DF1289EC4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3:21.876" v="843" actId="693"/>
          <ac:cxnSpMkLst>
            <pc:docMk/>
            <pc:sldMk cId="718656733" sldId="265"/>
            <ac:cxnSpMk id="64" creationId="{5BB1843D-8DDE-96DC-0701-C8AE1644256F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6:43:14.400" v="842" actId="693"/>
          <ac:cxnSpMkLst>
            <pc:docMk/>
            <pc:sldMk cId="718656733" sldId="265"/>
            <ac:cxnSpMk id="75" creationId="{12DDEABA-6880-DD4A-1CEF-74FD3571EBB1}"/>
          </ac:cxnSpMkLst>
        </pc:cxnChg>
      </pc:sldChg>
      <pc:sldChg chg="addSp delSp modSp add mod">
        <pc:chgData name="Cuppam Srinivasan, Purushothaman (Cognizant)" userId="99e479eb-a008-45b5-aebf-5fc5a0d53abf" providerId="ADAL" clId="{6E159F7B-1630-5BDE-852D-FFDD71872CBE}" dt="2026-04-05T00:13:31.048" v="2156" actId="20577"/>
        <pc:sldMkLst>
          <pc:docMk/>
          <pc:sldMk cId="4275898450" sldId="266"/>
        </pc:sldMkLst>
        <pc:spChg chg="mod">
          <ac:chgData name="Cuppam Srinivasan, Purushothaman (Cognizant)" userId="99e479eb-a008-45b5-aebf-5fc5a0d53abf" providerId="ADAL" clId="{6E159F7B-1630-5BDE-852D-FFDD71872CBE}" dt="2026-04-05T00:13:31.048" v="2156" actId="20577"/>
          <ac:spMkLst>
            <pc:docMk/>
            <pc:sldMk cId="4275898450" sldId="266"/>
            <ac:spMk id="2" creationId="{1EFA1EEF-7168-5627-96C4-2B5848A01BC1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1:42.467" v="891" actId="1076"/>
          <ac:spMkLst>
            <pc:docMk/>
            <pc:sldMk cId="4275898450" sldId="266"/>
            <ac:spMk id="4" creationId="{C6339161-0D97-B10A-5764-8438D405BEFC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3:55.418" v="954" actId="14100"/>
          <ac:spMkLst>
            <pc:docMk/>
            <pc:sldMk cId="4275898450" sldId="266"/>
            <ac:spMk id="6" creationId="{245B3CA1-1C9F-29BF-E28D-7F2A8AD37101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5:06.913" v="1015" actId="1037"/>
          <ac:spMkLst>
            <pc:docMk/>
            <pc:sldMk cId="4275898450" sldId="266"/>
            <ac:spMk id="7" creationId="{B3EEF905-3C3D-2FE2-B511-31CB29C623B5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5:06.913" v="1015" actId="1037"/>
          <ac:spMkLst>
            <pc:docMk/>
            <pc:sldMk cId="4275898450" sldId="266"/>
            <ac:spMk id="8" creationId="{A476C9C2-226D-FD7E-E8B4-F1AE18D988C4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1:55.680" v="892" actId="1076"/>
          <ac:spMkLst>
            <pc:docMk/>
            <pc:sldMk cId="4275898450" sldId="266"/>
            <ac:spMk id="9" creationId="{FCFB8B61-6F36-61EC-3096-71066AE33343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5:06.913" v="1015" actId="1037"/>
          <ac:spMkLst>
            <pc:docMk/>
            <pc:sldMk cId="4275898450" sldId="266"/>
            <ac:spMk id="10" creationId="{802BA40D-417B-4034-C998-6D96812F224E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5:06.913" v="1015" actId="1037"/>
          <ac:spMkLst>
            <pc:docMk/>
            <pc:sldMk cId="4275898450" sldId="266"/>
            <ac:spMk id="11" creationId="{D75AC815-0799-2368-F31C-0F35CD72F42A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7:32.415" v="1068" actId="14100"/>
          <ac:spMkLst>
            <pc:docMk/>
            <pc:sldMk cId="4275898450" sldId="266"/>
            <ac:spMk id="12" creationId="{B036A349-9C2E-0D5F-D7A6-4FB0CD6B6D73}"/>
          </ac:spMkLst>
        </pc:spChg>
        <pc:spChg chg="mod">
          <ac:chgData name="Cuppam Srinivasan, Purushothaman (Cognizant)" userId="99e479eb-a008-45b5-aebf-5fc5a0d53abf" providerId="ADAL" clId="{6E159F7B-1630-5BDE-852D-FFDD71872CBE}" dt="2026-04-04T07:13:22.931" v="1249" actId="1076"/>
          <ac:spMkLst>
            <pc:docMk/>
            <pc:sldMk cId="4275898450" sldId="266"/>
            <ac:spMk id="13" creationId="{EA72AE05-4AA7-9EAA-5E61-797AE6C3F5BB}"/>
          </ac:spMkLst>
        </pc:spChg>
        <pc:spChg chg="mod">
          <ac:chgData name="Cuppam Srinivasan, Purushothaman (Cognizant)" userId="99e479eb-a008-45b5-aebf-5fc5a0d53abf" providerId="ADAL" clId="{6E159F7B-1630-5BDE-852D-FFDD71872CBE}" dt="2026-04-04T07:38:10.704" v="1600" actId="1076"/>
          <ac:spMkLst>
            <pc:docMk/>
            <pc:sldMk cId="4275898450" sldId="266"/>
            <ac:spMk id="18" creationId="{9F214197-F8F3-3867-0642-7028D8D819FB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6:57.006" v="1055" actId="14100"/>
          <ac:spMkLst>
            <pc:docMk/>
            <pc:sldMk cId="4275898450" sldId="266"/>
            <ac:spMk id="26" creationId="{99D25354-4C12-5093-AA24-258DE2EE7B53}"/>
          </ac:spMkLst>
        </pc:spChg>
        <pc:spChg chg="mod">
          <ac:chgData name="Cuppam Srinivasan, Purushothaman (Cognizant)" userId="99e479eb-a008-45b5-aebf-5fc5a0d53abf" providerId="ADAL" clId="{6E159F7B-1630-5BDE-852D-FFDD71872CBE}" dt="2026-04-04T06:56:59.532" v="1056" actId="14100"/>
          <ac:spMkLst>
            <pc:docMk/>
            <pc:sldMk cId="4275898450" sldId="266"/>
            <ac:spMk id="27" creationId="{87624A2E-D9BD-AF67-FD01-35796DA2888E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10:56.854" v="1233" actId="20577"/>
          <ac:spMkLst>
            <pc:docMk/>
            <pc:sldMk cId="4275898450" sldId="266"/>
            <ac:spMk id="36" creationId="{F3A29E9B-3218-C8A0-22F4-09FBA54590E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11:05.261" v="1238" actId="20577"/>
          <ac:spMkLst>
            <pc:docMk/>
            <pc:sldMk cId="4275898450" sldId="266"/>
            <ac:spMk id="37" creationId="{0B61F027-9EDD-8C28-722E-1DC7F3C06221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03:12.585" v="1108" actId="1076"/>
          <ac:spMkLst>
            <pc:docMk/>
            <pc:sldMk cId="4275898450" sldId="266"/>
            <ac:spMk id="60" creationId="{64700FB1-2FF2-9DF1-A26B-E52CA70BB96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03:49.079" v="1162" actId="1076"/>
          <ac:spMkLst>
            <pc:docMk/>
            <pc:sldMk cId="4275898450" sldId="266"/>
            <ac:spMk id="61" creationId="{D0E012DF-7A24-D2F5-2BED-CF696D4A406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03:36.120" v="1145"/>
          <ac:spMkLst>
            <pc:docMk/>
            <pc:sldMk cId="4275898450" sldId="266"/>
            <ac:spMk id="62" creationId="{BC9A7835-A54F-4079-E289-862FEA2D92C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05:22.709" v="1204" actId="1076"/>
          <ac:spMkLst>
            <pc:docMk/>
            <pc:sldMk cId="4275898450" sldId="266"/>
            <ac:spMk id="63" creationId="{E21FF22E-5BF6-FC03-C2FF-D12C720B2DA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13:13.811" v="1248" actId="1076"/>
          <ac:spMkLst>
            <pc:docMk/>
            <pc:sldMk cId="4275898450" sldId="266"/>
            <ac:spMk id="65" creationId="{AADFFF51-3164-FED8-7C26-A8E3DDF28BE2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13:03.568" v="1247" actId="1076"/>
          <ac:spMkLst>
            <pc:docMk/>
            <pc:sldMk cId="4275898450" sldId="266"/>
            <ac:spMk id="66" creationId="{14891638-33A8-D1C6-ECC8-B5FEAC894888}"/>
          </ac:spMkLst>
        </pc:spChg>
        <pc:spChg chg="del mod">
          <ac:chgData name="Cuppam Srinivasan, Purushothaman (Cognizant)" userId="99e479eb-a008-45b5-aebf-5fc5a0d53abf" providerId="ADAL" clId="{6E159F7B-1630-5BDE-852D-FFDD71872CBE}" dt="2026-04-04T07:06:05.231" v="1208" actId="478"/>
          <ac:spMkLst>
            <pc:docMk/>
            <pc:sldMk cId="4275898450" sldId="266"/>
            <ac:spMk id="77" creationId="{BF6E6AB9-4B0F-D406-9024-8D8869BE6EDC}"/>
          </ac:spMkLst>
        </pc:spChg>
        <pc:spChg chg="del mod">
          <ac:chgData name="Cuppam Srinivasan, Purushothaman (Cognizant)" userId="99e479eb-a008-45b5-aebf-5fc5a0d53abf" providerId="ADAL" clId="{6E159F7B-1630-5BDE-852D-FFDD71872CBE}" dt="2026-04-04T07:06:02.847" v="1207" actId="478"/>
          <ac:spMkLst>
            <pc:docMk/>
            <pc:sldMk cId="4275898450" sldId="266"/>
            <ac:spMk id="78" creationId="{F12AA3A0-2FEC-1CB7-ABB1-5F96B88C235D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53:02.564" v="2047" actId="20577"/>
          <ac:spMkLst>
            <pc:docMk/>
            <pc:sldMk cId="4275898450" sldId="266"/>
            <ac:spMk id="81" creationId="{67E32495-A1E6-49CB-217E-122D15459A6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4T07:38:03.376" v="1599" actId="1076"/>
          <ac:spMkLst>
            <pc:docMk/>
            <pc:sldMk cId="4275898450" sldId="266"/>
            <ac:spMk id="82" creationId="{E61FA7D1-7347-801C-C9C4-D0A7B997454D}"/>
          </ac:spMkLst>
        </pc:spChg>
        <pc:cxnChg chg="mod">
          <ac:chgData name="Cuppam Srinivasan, Purushothaman (Cognizant)" userId="99e479eb-a008-45b5-aebf-5fc5a0d53abf" providerId="ADAL" clId="{6E159F7B-1630-5BDE-852D-FFDD71872CBE}" dt="2026-04-04T06:51:55.680" v="892" actId="1076"/>
          <ac:cxnSpMkLst>
            <pc:docMk/>
            <pc:sldMk cId="4275898450" sldId="266"/>
            <ac:cxnSpMk id="15" creationId="{C8C0C465-CC05-AE1F-46B9-F264395C1DED}"/>
          </ac:cxnSpMkLst>
        </pc:cxnChg>
        <pc:cxnChg chg="mod">
          <ac:chgData name="Cuppam Srinivasan, Purushothaman (Cognizant)" userId="99e479eb-a008-45b5-aebf-5fc5a0d53abf" providerId="ADAL" clId="{6E159F7B-1630-5BDE-852D-FFDD71872CBE}" dt="2026-04-04T06:53:55.418" v="954" actId="14100"/>
          <ac:cxnSpMkLst>
            <pc:docMk/>
            <pc:sldMk cId="4275898450" sldId="266"/>
            <ac:cxnSpMk id="16" creationId="{D7359ECF-303D-DDEE-1DD1-6F53689A15CD}"/>
          </ac:cxnSpMkLst>
        </pc:cxnChg>
        <pc:cxnChg chg="del mod">
          <ac:chgData name="Cuppam Srinivasan, Purushothaman (Cognizant)" userId="99e479eb-a008-45b5-aebf-5fc5a0d53abf" providerId="ADAL" clId="{6E159F7B-1630-5BDE-852D-FFDD71872CBE}" dt="2026-04-04T07:00:15.696" v="1086" actId="478"/>
          <ac:cxnSpMkLst>
            <pc:docMk/>
            <pc:sldMk cId="4275898450" sldId="266"/>
            <ac:cxnSpMk id="29" creationId="{00DCFF89-A9DB-8B00-8DCD-5E0FFFDE826B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4T07:12:22.525" v="1242" actId="14100"/>
          <ac:cxnSpMkLst>
            <pc:docMk/>
            <pc:sldMk cId="4275898450" sldId="266"/>
            <ac:cxnSpMk id="30" creationId="{EC8D3CE0-CD86-3574-8AE0-AB9551AF3D3F}"/>
          </ac:cxnSpMkLst>
        </pc:cxnChg>
        <pc:cxnChg chg="del mod">
          <ac:chgData name="Cuppam Srinivasan, Purushothaman (Cognizant)" userId="99e479eb-a008-45b5-aebf-5fc5a0d53abf" providerId="ADAL" clId="{6E159F7B-1630-5BDE-852D-FFDD71872CBE}" dt="2026-04-04T06:56:46.800" v="1054" actId="478"/>
          <ac:cxnSpMkLst>
            <pc:docMk/>
            <pc:sldMk cId="4275898450" sldId="266"/>
            <ac:cxnSpMk id="35" creationId="{500C598B-6F4F-DD79-554B-F46129299A6E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4T07:12:41.908" v="1245" actId="14100"/>
          <ac:cxnSpMkLst>
            <pc:docMk/>
            <pc:sldMk cId="4275898450" sldId="266"/>
            <ac:cxnSpMk id="40" creationId="{019D75C8-FBA1-F57A-39A9-50BF3E5B7FAE}"/>
          </ac:cxnSpMkLst>
        </pc:cxnChg>
        <pc:cxnChg chg="del">
          <ac:chgData name="Cuppam Srinivasan, Purushothaman (Cognizant)" userId="99e479eb-a008-45b5-aebf-5fc5a0d53abf" providerId="ADAL" clId="{6E159F7B-1630-5BDE-852D-FFDD71872CBE}" dt="2026-04-04T06:55:33.944" v="1019" actId="478"/>
          <ac:cxnSpMkLst>
            <pc:docMk/>
            <pc:sldMk cId="4275898450" sldId="266"/>
            <ac:cxnSpMk id="42" creationId="{DF85E813-499C-C52A-ED8B-5376210DBDDB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05:43.474" v="1205" actId="692"/>
          <ac:cxnSpMkLst>
            <pc:docMk/>
            <pc:sldMk cId="4275898450" sldId="266"/>
            <ac:cxnSpMk id="46" creationId="{F83E9EEA-E01E-4599-6A1D-F2742AF882E7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05:43.474" v="1205" actId="692"/>
          <ac:cxnSpMkLst>
            <pc:docMk/>
            <pc:sldMk cId="4275898450" sldId="266"/>
            <ac:cxnSpMk id="51" creationId="{0F8150AE-9AC7-4E1F-9C0B-3C859D9B27C0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05:43.474" v="1205" actId="692"/>
          <ac:cxnSpMkLst>
            <pc:docMk/>
            <pc:sldMk cId="4275898450" sldId="266"/>
            <ac:cxnSpMk id="54" creationId="{D3C1257D-933E-9256-594E-1D1B7954A1C2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05:43.474" v="1205" actId="692"/>
          <ac:cxnSpMkLst>
            <pc:docMk/>
            <pc:sldMk cId="4275898450" sldId="266"/>
            <ac:cxnSpMk id="56" creationId="{6810ED75-BFD6-87DB-D6EB-BA18B4CBFB2F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05:54.112" v="1206" actId="692"/>
          <ac:cxnSpMkLst>
            <pc:docMk/>
            <pc:sldMk cId="4275898450" sldId="266"/>
            <ac:cxnSpMk id="57" creationId="{37F0AB84-FEC4-A136-DBA4-6664EA9BC910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12:48.330" v="1246" actId="1076"/>
          <ac:cxnSpMkLst>
            <pc:docMk/>
            <pc:sldMk cId="4275898450" sldId="266"/>
            <ac:cxnSpMk id="58" creationId="{137DF9F3-990E-55D8-4BF0-FABCDAD61CF3}"/>
          </ac:cxnSpMkLst>
        </pc:cxnChg>
        <pc:cxnChg chg="del mod">
          <ac:chgData name="Cuppam Srinivasan, Purushothaman (Cognizant)" userId="99e479eb-a008-45b5-aebf-5fc5a0d53abf" providerId="ADAL" clId="{6E159F7B-1630-5BDE-852D-FFDD71872CBE}" dt="2026-04-04T06:55:29.820" v="1016" actId="478"/>
          <ac:cxnSpMkLst>
            <pc:docMk/>
            <pc:sldMk cId="4275898450" sldId="266"/>
            <ac:cxnSpMk id="59" creationId="{F78EB0A5-0ABA-2299-884B-A59CE340B409}"/>
          </ac:cxnSpMkLst>
        </pc:cxnChg>
        <pc:cxnChg chg="del">
          <ac:chgData name="Cuppam Srinivasan, Purushothaman (Cognizant)" userId="99e479eb-a008-45b5-aebf-5fc5a0d53abf" providerId="ADAL" clId="{6E159F7B-1630-5BDE-852D-FFDD71872CBE}" dt="2026-04-04T06:55:33.190" v="1018" actId="478"/>
          <ac:cxnSpMkLst>
            <pc:docMk/>
            <pc:sldMk cId="4275898450" sldId="266"/>
            <ac:cxnSpMk id="64" creationId="{3FD9AFBE-DF08-89BF-6432-4521A8B67FEC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13:58.038" v="1252" actId="692"/>
          <ac:cxnSpMkLst>
            <pc:docMk/>
            <pc:sldMk cId="4275898450" sldId="266"/>
            <ac:cxnSpMk id="74" creationId="{5349F8F9-E259-CE36-E86E-7E895E6D658D}"/>
          </ac:cxnSpMkLst>
        </pc:cxnChg>
        <pc:cxnChg chg="del mod">
          <ac:chgData name="Cuppam Srinivasan, Purushothaman (Cognizant)" userId="99e479eb-a008-45b5-aebf-5fc5a0d53abf" providerId="ADAL" clId="{6E159F7B-1630-5BDE-852D-FFDD71872CBE}" dt="2026-04-04T06:55:31.322" v="1017" actId="478"/>
          <ac:cxnSpMkLst>
            <pc:docMk/>
            <pc:sldMk cId="4275898450" sldId="266"/>
            <ac:cxnSpMk id="75" creationId="{22F55D5E-387F-EF5C-684E-F5FA8A581AC3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4T07:14:16.959" v="1254" actId="692"/>
          <ac:cxnSpMkLst>
            <pc:docMk/>
            <pc:sldMk cId="4275898450" sldId="266"/>
            <ac:cxnSpMk id="80" creationId="{13236F5A-9EFB-1FAD-D751-37919FB58ECC}"/>
          </ac:cxnSpMkLst>
        </pc:cxnChg>
      </pc:sldChg>
      <pc:sldChg chg="addSp delSp modSp new mod">
        <pc:chgData name="Cuppam Srinivasan, Purushothaman (Cognizant)" userId="99e479eb-a008-45b5-aebf-5fc5a0d53abf" providerId="ADAL" clId="{6E159F7B-1630-5BDE-852D-FFDD71872CBE}" dt="2026-04-05T04:29:06.109" v="2831" actId="207"/>
        <pc:sldMkLst>
          <pc:docMk/>
          <pc:sldMk cId="586985214" sldId="267"/>
        </pc:sldMkLst>
        <pc:spChg chg="mod">
          <ac:chgData name="Cuppam Srinivasan, Purushothaman (Cognizant)" userId="99e479eb-a008-45b5-aebf-5fc5a0d53abf" providerId="ADAL" clId="{6E159F7B-1630-5BDE-852D-FFDD71872CBE}" dt="2026-04-05T00:25:51.157" v="2236" actId="1076"/>
          <ac:spMkLst>
            <pc:docMk/>
            <pc:sldMk cId="586985214" sldId="267"/>
            <ac:spMk id="2" creationId="{A5039F43-1C1B-040F-8227-C3228DA4839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11:20.646" v="2371" actId="1076"/>
          <ac:spMkLst>
            <pc:docMk/>
            <pc:sldMk cId="586985214" sldId="267"/>
            <ac:spMk id="3" creationId="{0BACE3C4-5AC1-1A38-EA55-385B732F5BF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11:20.646" v="2371" actId="1076"/>
          <ac:spMkLst>
            <pc:docMk/>
            <pc:sldMk cId="586985214" sldId="267"/>
            <ac:spMk id="4" creationId="{AF2EB1D9-92F1-6844-3EFE-9B6D8F52F2C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17:15.999" v="2417" actId="1076"/>
          <ac:spMkLst>
            <pc:docMk/>
            <pc:sldMk cId="586985214" sldId="267"/>
            <ac:spMk id="5" creationId="{C3989E97-1BCC-507D-B003-6BC9A4ADB1F9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26:24.517" v="2546" actId="20577"/>
          <ac:spMkLst>
            <pc:docMk/>
            <pc:sldMk cId="586985214" sldId="267"/>
            <ac:spMk id="6" creationId="{94210005-18F7-0873-EE4E-BBBBED6F3CB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21:34.372" v="2446" actId="1076"/>
          <ac:spMkLst>
            <pc:docMk/>
            <pc:sldMk cId="586985214" sldId="267"/>
            <ac:spMk id="7" creationId="{1B70C6D3-720D-CA71-355B-419D7635E236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9:00.896" v="2830" actId="207"/>
          <ac:spMkLst>
            <pc:docMk/>
            <pc:sldMk cId="586985214" sldId="267"/>
            <ac:spMk id="19" creationId="{612AFA16-97A3-CA08-F08A-648215D9FCD6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9:06.109" v="2831" actId="207"/>
          <ac:spMkLst>
            <pc:docMk/>
            <pc:sldMk cId="586985214" sldId="267"/>
            <ac:spMk id="20" creationId="{3497CFB5-65D5-F24F-0750-6EC17810861C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6:35.853" v="2814" actId="207"/>
          <ac:spMkLst>
            <pc:docMk/>
            <pc:sldMk cId="586985214" sldId="267"/>
            <ac:spMk id="28" creationId="{9863A044-F485-AA00-E746-522F43E0D24B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6:42.139" v="2815" actId="207"/>
          <ac:spMkLst>
            <pc:docMk/>
            <pc:sldMk cId="586985214" sldId="267"/>
            <ac:spMk id="29" creationId="{C59F4BCB-260C-4649-0EB1-78ECA208862E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27:03.995" v="2579" actId="20577"/>
          <ac:spMkLst>
            <pc:docMk/>
            <pc:sldMk cId="586985214" sldId="267"/>
            <ac:spMk id="40" creationId="{5EC1736A-7A11-FD7F-C3F7-81E0CB9D8BAB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1:39:29.460" v="2740" actId="20577"/>
          <ac:spMkLst>
            <pc:docMk/>
            <pc:sldMk cId="586985214" sldId="267"/>
            <ac:spMk id="41" creationId="{96CE3DFF-48CF-4229-93CC-81E537C3A32B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7:10.566" v="2820" actId="207"/>
          <ac:spMkLst>
            <pc:docMk/>
            <pc:sldMk cId="586985214" sldId="267"/>
            <ac:spMk id="57" creationId="{6E9C5829-5817-D2F9-BB46-8165FB2A0EEE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7:19.361" v="2821" actId="207"/>
          <ac:spMkLst>
            <pc:docMk/>
            <pc:sldMk cId="586985214" sldId="267"/>
            <ac:spMk id="58" creationId="{6A490A2D-DF00-2B1B-63EB-1312903352B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10:55.704" v="2804" actId="20577"/>
          <ac:spMkLst>
            <pc:docMk/>
            <pc:sldMk cId="586985214" sldId="267"/>
            <ac:spMk id="66" creationId="{994555CD-1720-AD71-4B21-FA8447A00804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8:19.242" v="2825" actId="207"/>
          <ac:spMkLst>
            <pc:docMk/>
            <pc:sldMk cId="586985214" sldId="267"/>
            <ac:spMk id="67" creationId="{51F97207-7686-D9DF-2101-1DE61610B16D}"/>
          </ac:spMkLst>
        </pc:spChg>
        <pc:spChg chg="add del mod">
          <ac:chgData name="Cuppam Srinivasan, Purushothaman (Cognizant)" userId="99e479eb-a008-45b5-aebf-5fc5a0d53abf" providerId="ADAL" clId="{6E159F7B-1630-5BDE-852D-FFDD71872CBE}" dt="2026-04-05T01:33:33.721" v="2687" actId="478"/>
          <ac:spMkLst>
            <pc:docMk/>
            <pc:sldMk cId="586985214" sldId="267"/>
            <ac:spMk id="68" creationId="{F43DFE0A-7035-2492-95E3-F4DB7C3980B5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28:23.641" v="2826" actId="207"/>
          <ac:spMkLst>
            <pc:docMk/>
            <pc:sldMk cId="586985214" sldId="267"/>
            <ac:spMk id="72" creationId="{0E87B7EC-4803-9619-71FC-FAC47A02072A}"/>
          </ac:spMkLst>
        </pc:spChg>
        <pc:cxnChg chg="add mod">
          <ac:chgData name="Cuppam Srinivasan, Purushothaman (Cognizant)" userId="99e479eb-a008-45b5-aebf-5fc5a0d53abf" providerId="ADAL" clId="{6E159F7B-1630-5BDE-852D-FFDD71872CBE}" dt="2026-04-05T01:34:56.550" v="2697" actId="1037"/>
          <ac:cxnSpMkLst>
            <pc:docMk/>
            <pc:sldMk cId="586985214" sldId="267"/>
            <ac:cxnSpMk id="9" creationId="{F5F974A5-CEF9-65AD-A97C-EB6E500666C9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1:45.580" v="2448" actId="14100"/>
          <ac:cxnSpMkLst>
            <pc:docMk/>
            <pc:sldMk cId="586985214" sldId="267"/>
            <ac:cxnSpMk id="10" creationId="{1C42F28E-EBB0-F7FA-4D15-5502DFF3541F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2:09.636" v="2450" actId="14100"/>
          <ac:cxnSpMkLst>
            <pc:docMk/>
            <pc:sldMk cId="586985214" sldId="267"/>
            <ac:cxnSpMk id="12" creationId="{FE8D1321-F736-3300-6838-8AF08B95F336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2:53.116" v="2453" actId="14100"/>
          <ac:cxnSpMkLst>
            <pc:docMk/>
            <pc:sldMk cId="586985214" sldId="267"/>
            <ac:cxnSpMk id="22" creationId="{0CC5B067-983C-DA6C-C526-C3CED6C7E32C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0:30.438" v="2438" actId="14100"/>
          <ac:cxnSpMkLst>
            <pc:docMk/>
            <pc:sldMk cId="586985214" sldId="267"/>
            <ac:cxnSpMk id="23" creationId="{8EADD8D6-4098-5EF0-6FE6-F2F791B70E59}"/>
          </ac:cxnSpMkLst>
        </pc:cxnChg>
        <pc:cxnChg chg="add del mod">
          <ac:chgData name="Cuppam Srinivasan, Purushothaman (Cognizant)" userId="99e479eb-a008-45b5-aebf-5fc5a0d53abf" providerId="ADAL" clId="{6E159F7B-1630-5BDE-852D-FFDD71872CBE}" dt="2026-04-05T00:32:46.091" v="2337" actId="478"/>
          <ac:cxnSpMkLst>
            <pc:docMk/>
            <pc:sldMk cId="586985214" sldId="267"/>
            <ac:cxnSpMk id="30" creationId="{66B7492D-D694-B1DC-5864-87D230DEE680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3:13.004" v="2456" actId="14100"/>
          <ac:cxnSpMkLst>
            <pc:docMk/>
            <pc:sldMk cId="586985214" sldId="267"/>
            <ac:cxnSpMk id="33" creationId="{FA0D2F37-06A0-AD38-B6A0-D79774ADB040}"/>
          </ac:cxnSpMkLst>
        </pc:cxnChg>
        <pc:cxnChg chg="add">
          <ac:chgData name="Cuppam Srinivasan, Purushothaman (Cognizant)" userId="99e479eb-a008-45b5-aebf-5fc5a0d53abf" providerId="ADAL" clId="{6E159F7B-1630-5BDE-852D-FFDD71872CBE}" dt="2026-04-05T01:23:22.451" v="2457" actId="11529"/>
          <ac:cxnSpMkLst>
            <pc:docMk/>
            <pc:sldMk cId="586985214" sldId="267"/>
            <ac:cxnSpMk id="56" creationId="{965176A5-8362-DD05-6D13-698533C0D7F4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6:07.247" v="2536" actId="14100"/>
          <ac:cxnSpMkLst>
            <pc:docMk/>
            <pc:sldMk cId="586985214" sldId="267"/>
            <ac:cxnSpMk id="60" creationId="{ECD77541-0B5A-E478-3BE4-8767D38C6659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25:56.219" v="2535" actId="14100"/>
          <ac:cxnSpMkLst>
            <pc:docMk/>
            <pc:sldMk cId="586985214" sldId="267"/>
            <ac:cxnSpMk id="62" creationId="{44F94FF9-7D08-70E5-E947-BEE3AE9B948B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39:26.358" v="2739" actId="1076"/>
          <ac:cxnSpMkLst>
            <pc:docMk/>
            <pc:sldMk cId="586985214" sldId="267"/>
            <ac:cxnSpMk id="70" creationId="{8EF85396-A7BD-B86F-7CDB-C17C26EEC496}"/>
          </ac:cxnSpMkLst>
        </pc:cxnChg>
        <pc:cxnChg chg="add mod">
          <ac:chgData name="Cuppam Srinivasan, Purushothaman (Cognizant)" userId="99e479eb-a008-45b5-aebf-5fc5a0d53abf" providerId="ADAL" clId="{6E159F7B-1630-5BDE-852D-FFDD71872CBE}" dt="2026-04-05T01:38:19.599" v="2706" actId="1076"/>
          <ac:cxnSpMkLst>
            <pc:docMk/>
            <pc:sldMk cId="586985214" sldId="267"/>
            <ac:cxnSpMk id="73" creationId="{404FBC5A-389C-F1C8-910F-AFFDFDAE4F30}"/>
          </ac:cxnSpMkLst>
        </pc:cxnChg>
      </pc:sldChg>
      <pc:sldChg chg="addSp delSp modSp add mod">
        <pc:chgData name="Cuppam Srinivasan, Purushothaman (Cognizant)" userId="99e479eb-a008-45b5-aebf-5fc5a0d53abf" providerId="ADAL" clId="{6E159F7B-1630-5BDE-852D-FFDD71872CBE}" dt="2026-04-05T00:13:22.991" v="2138" actId="20577"/>
        <pc:sldMkLst>
          <pc:docMk/>
          <pc:sldMk cId="2465467580" sldId="268"/>
        </pc:sldMkLst>
        <pc:spChg chg="mod">
          <ac:chgData name="Cuppam Srinivasan, Purushothaman (Cognizant)" userId="99e479eb-a008-45b5-aebf-5fc5a0d53abf" providerId="ADAL" clId="{6E159F7B-1630-5BDE-852D-FFDD71872CBE}" dt="2026-04-05T00:13:22.991" v="2138" actId="20577"/>
          <ac:spMkLst>
            <pc:docMk/>
            <pc:sldMk cId="2465467580" sldId="268"/>
            <ac:spMk id="2" creationId="{A6B7BD4E-8290-0744-957C-6D84B4CB81D3}"/>
          </ac:spMkLst>
        </pc:spChg>
        <pc:spChg chg="add del mod">
          <ac:chgData name="Cuppam Srinivasan, Purushothaman (Cognizant)" userId="99e479eb-a008-45b5-aebf-5fc5a0d53abf" providerId="ADAL" clId="{6E159F7B-1630-5BDE-852D-FFDD71872CBE}" dt="2026-04-04T07:51:09.454" v="1948" actId="13926"/>
          <ac:spMkLst>
            <pc:docMk/>
            <pc:sldMk cId="2465467580" sldId="268"/>
            <ac:spMk id="3" creationId="{E2A100FD-D03F-8324-0CA2-1A7E1F5D8172}"/>
          </ac:spMkLst>
        </pc:spChg>
      </pc:sldChg>
      <pc:sldChg chg="addSp modSp new del">
        <pc:chgData name="Cuppam Srinivasan, Purushothaman (Cognizant)" userId="99e479eb-a008-45b5-aebf-5fc5a0d53abf" providerId="ADAL" clId="{6E159F7B-1630-5BDE-852D-FFDD71872CBE}" dt="2026-04-05T04:26:06.833" v="2813" actId="2696"/>
        <pc:sldMkLst>
          <pc:docMk/>
          <pc:sldMk cId="757745013" sldId="269"/>
        </pc:sldMkLst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3" creationId="{0A176E29-383B-B02B-9872-3062588EB6A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4" creationId="{04E2D5C7-AD9F-A445-E790-AB2AD4FAD06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5" creationId="{5D6CEB16-6786-E96D-A828-3A80842D73B5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6" creationId="{27320A49-A831-B9EA-E63E-58D15BD40E7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7" creationId="{BA715790-0906-45C0-AECA-6F4CDA4003D2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10" creationId="{002D340C-DD82-22E4-C3AD-A51E4B1E7867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11" creationId="{FC6CFDB8-7BFC-D5E2-D100-69D2E1D3AB92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13" creationId="{C808020D-D906-1A0B-854E-6A34E1F015F0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0:26:42.137" v="2239"/>
          <ac:spMkLst>
            <pc:docMk/>
            <pc:sldMk cId="757745013" sldId="269"/>
            <ac:spMk id="16" creationId="{5B0ED584-B8B6-1A7A-710D-B1C5E6A101B3}"/>
          </ac:spMkLst>
        </pc:spChg>
        <pc:cxnChg chg="add mod">
          <ac:chgData name="Cuppam Srinivasan, Purushothaman (Cognizant)" userId="99e479eb-a008-45b5-aebf-5fc5a0d53abf" providerId="ADAL" clId="{6E159F7B-1630-5BDE-852D-FFDD71872CBE}" dt="2026-04-05T00:26:42.137" v="2239"/>
          <ac:cxnSpMkLst>
            <pc:docMk/>
            <pc:sldMk cId="757745013" sldId="269"/>
            <ac:cxnSpMk id="12" creationId="{E50A62F6-B4D0-8CD6-8408-13B188E44783}"/>
          </ac:cxnSpMkLst>
        </pc:cxnChg>
      </pc:sldChg>
      <pc:sldChg chg="add del">
        <pc:chgData name="Cuppam Srinivasan, Purushothaman (Cognizant)" userId="99e479eb-a008-45b5-aebf-5fc5a0d53abf" providerId="ADAL" clId="{6E159F7B-1630-5BDE-852D-FFDD71872CBE}" dt="2026-04-04T07:46:18.980" v="1885" actId="2696"/>
        <pc:sldMkLst>
          <pc:docMk/>
          <pc:sldMk cId="3606859707" sldId="269"/>
        </pc:sldMkLst>
      </pc:sldChg>
      <pc:sldChg chg="addSp delSp modSp new mod modClrScheme chgLayout">
        <pc:chgData name="Cuppam Srinivasan, Purushothaman (Cognizant)" userId="99e479eb-a008-45b5-aebf-5fc5a0d53abf" providerId="ADAL" clId="{6E159F7B-1630-5BDE-852D-FFDD71872CBE}" dt="2026-04-05T04:32:23.928" v="2856" actId="1076"/>
        <pc:sldMkLst>
          <pc:docMk/>
          <pc:sldMk cId="3897599572" sldId="269"/>
        </pc:sldMkLst>
        <pc:spChg chg="del mod ord">
          <ac:chgData name="Cuppam Srinivasan, Purushothaman (Cognizant)" userId="99e479eb-a008-45b5-aebf-5fc5a0d53abf" providerId="ADAL" clId="{6E159F7B-1630-5BDE-852D-FFDD71872CBE}" dt="2026-04-05T04:30:38.450" v="2833" actId="700"/>
          <ac:spMkLst>
            <pc:docMk/>
            <pc:sldMk cId="3897599572" sldId="269"/>
            <ac:spMk id="2" creationId="{780EBFC7-3C32-C6ED-8A92-D9DE4059604E}"/>
          </ac:spMkLst>
        </pc:spChg>
        <pc:spChg chg="add del mod ord">
          <ac:chgData name="Cuppam Srinivasan, Purushothaman (Cognizant)" userId="99e479eb-a008-45b5-aebf-5fc5a0d53abf" providerId="ADAL" clId="{6E159F7B-1630-5BDE-852D-FFDD71872CBE}" dt="2026-04-05T04:31:04.764" v="2835" actId="700"/>
          <ac:spMkLst>
            <pc:docMk/>
            <pc:sldMk cId="3897599572" sldId="269"/>
            <ac:spMk id="3" creationId="{F0507C4F-E672-C80C-A865-FB6C0127B2C2}"/>
          </ac:spMkLst>
        </pc:spChg>
        <pc:spChg chg="add del mod ord">
          <ac:chgData name="Cuppam Srinivasan, Purushothaman (Cognizant)" userId="99e479eb-a008-45b5-aebf-5fc5a0d53abf" providerId="ADAL" clId="{6E159F7B-1630-5BDE-852D-FFDD71872CBE}" dt="2026-04-05T04:31:04.764" v="2835" actId="700"/>
          <ac:spMkLst>
            <pc:docMk/>
            <pc:sldMk cId="3897599572" sldId="269"/>
            <ac:spMk id="4" creationId="{E80821C6-5175-C03D-9DCE-0A60623883F6}"/>
          </ac:spMkLst>
        </pc:spChg>
        <pc:spChg chg="add del mod ord">
          <ac:chgData name="Cuppam Srinivasan, Purushothaman (Cognizant)" userId="99e479eb-a008-45b5-aebf-5fc5a0d53abf" providerId="ADAL" clId="{6E159F7B-1630-5BDE-852D-FFDD71872CBE}" dt="2026-04-05T04:32:19.878" v="2855" actId="478"/>
          <ac:spMkLst>
            <pc:docMk/>
            <pc:sldMk cId="3897599572" sldId="269"/>
            <ac:spMk id="5" creationId="{EC024569-3BC2-53C9-327F-626AEE5A81CF}"/>
          </ac:spMkLst>
        </pc:spChg>
        <pc:spChg chg="add mod">
          <ac:chgData name="Cuppam Srinivasan, Purushothaman (Cognizant)" userId="99e479eb-a008-45b5-aebf-5fc5a0d53abf" providerId="ADAL" clId="{6E159F7B-1630-5BDE-852D-FFDD71872CBE}" dt="2026-04-05T04:32:23.928" v="2856" actId="1076"/>
          <ac:spMkLst>
            <pc:docMk/>
            <pc:sldMk cId="3897599572" sldId="269"/>
            <ac:spMk id="6" creationId="{144ADF22-ACAE-B4DC-EF9E-B90DFB22C4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28D13-231C-B74B-8444-2C00A132837D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9B615-4305-0745-86D6-354D07E21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85-95% accuracy can be achieved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9B615-4305-0745-86D6-354D07E21B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3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FCBE-08EA-1F40-464D-3DECA2597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E3CFF-0CE4-3D2C-3EE7-A1CE7CA2F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C3935-8AE1-56FF-D188-EAC95A016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43A6C-E310-BDB8-15F9-C341E53B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C310D-E469-6866-10AF-098062DD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34B9-79FE-5C5B-6B3D-266177B9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1544-CA11-8FB7-052C-FA959884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F0B44-91F8-2CF2-21BD-FEF96A9F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E2D8-4673-8D78-1D37-EAAFD083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BC956-0E93-A902-2D21-AD9C11A0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9950-082F-9E2B-F41B-3CBD194E6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BF7E-3A42-B0D3-4EF3-6E0506060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F44E-9B42-399E-B3D3-88BF40FB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AE53D-6D03-9783-962B-61025E8B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1096-1125-F501-920D-EFA1F0CF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8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B1A0-0117-7BE9-D0C0-8C79B900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2D68B-1C8D-528E-A95D-27ED5B98C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EF90D-EC7C-4FCE-6EB7-D71AA8C62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25698-47D5-1852-BDE9-EBED4388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DECE1-2E99-7337-E4C2-D5C0968F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90EB6-D13B-2D8B-0F66-B64F12A7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8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6C69-BD5E-E26C-6C37-CDC52DA0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E94E8-C1F0-F642-42EA-E36A4369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237DD-3BAF-DF9A-C965-077F9F9C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E19D81-CE4A-3163-A2AB-5E66B4936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D1B22-8866-FBEE-C579-8D804A68D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2A121-CF2A-204C-DCB4-5AE1944E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14EDC-4346-52BA-576F-027871AE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B3557-2AD7-250B-0547-D785FF2C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5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EB54-312D-AABD-AB00-6AA2344D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815ED-8D61-01ED-782D-9A37AE82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851D5-B925-7AD1-01C1-1F46CEDB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CE19E-3570-1B72-E8FF-36266E67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1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30828-A13C-8300-FCC2-DBC4B6D6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81814-1D16-48C3-358C-F7BA1D6D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37DDA-7446-F936-0AB3-BBBCB2DA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0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89CF-64A3-0E32-8A08-56DA16CA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F5BBB-962E-0C51-1ED3-093334638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949D1-4CF7-D892-D14F-6E9161451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B2ECC-32EA-5A9C-B978-39906710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42A49-F660-B8FE-913E-107C2E4D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AD9B0-08A9-CF04-E9F5-014800BC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4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3E00-BE4B-84C5-4A6C-10649B8B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B5548-24DD-9065-4B7A-B178605FF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6B343-AC6B-5B2B-7CF2-A87D7A0D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37B1A-A093-A40F-1343-458A8810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0941D-1D58-009E-A976-80F01C24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F597C-E7E9-9D2E-DBC9-2C072950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8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983F-604F-DB51-6B2A-CEA78538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350CA-0969-CF51-1278-2BF8C2D91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F4574-4B4D-9D0B-BE29-9033CB58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7E77-A125-6FEF-AC74-AAAA134C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AC100-D223-6386-3909-9E8DA940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6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A110D6-5049-5ABE-2450-044DCAFB0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B531B-6755-9CB6-07E6-96D3561D5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E4BD-39C1-B242-1C6F-0AE728AB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004E6-6531-F2AD-A40D-133DCB35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8DB6B-F1D9-2844-A214-A5D8B6C0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0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5BDB-FB39-64DD-FC44-760717E3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FEF63-EFD2-60C9-9492-3EEFB6EF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8FE2-8C90-37A2-E099-6E1A014B4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55C1E-9A31-8A4E-BD72-40326E63712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83711-DFF2-F7F1-7AEF-3BD743E88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06FB8-93D3-96BD-949C-9437BFD67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335B6-0A43-6F49-9BC9-7B43683E1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AA42-B996-5067-2A79-326C6169B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RAG for Confluence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41636-9A97-E12E-9D40-B2CDAFD892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77A6-B3F1-EFBD-463E-D8B5C23E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BA70-B9DD-2416-DB46-2986E8025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RAG</a:t>
            </a:r>
          </a:p>
          <a:p>
            <a:r>
              <a:rPr lang="en-US" dirty="0"/>
              <a:t>RAG Accuracy</a:t>
            </a:r>
          </a:p>
          <a:p>
            <a:r>
              <a:rPr lang="en-US" dirty="0"/>
              <a:t>RAG Use cases</a:t>
            </a:r>
          </a:p>
          <a:p>
            <a:r>
              <a:rPr lang="en-US" dirty="0"/>
              <a:t>Agentic RAG for Confluence – Index creation</a:t>
            </a:r>
          </a:p>
          <a:p>
            <a:r>
              <a:rPr lang="en-US" dirty="0"/>
              <a:t>Agentic RAG for Confluence - Ingestion</a:t>
            </a:r>
          </a:p>
          <a:p>
            <a:r>
              <a:rPr lang="en-US" dirty="0"/>
              <a:t>Agentic RAG for Confluence - Querying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4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C719-BE9F-DF35-4EB9-64F5F581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01F2E1-9821-390A-7B5F-CACB9B67334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409700" y="1690687"/>
            <a:ext cx="9217025" cy="484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E3FDED-0978-BFAA-2F52-0685C9C10D03}"/>
              </a:ext>
            </a:extLst>
          </p:cNvPr>
          <p:cNvSpPr/>
          <p:nvPr/>
        </p:nvSpPr>
        <p:spPr>
          <a:xfrm>
            <a:off x="9286504" y="2505698"/>
            <a:ext cx="1971304" cy="1968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A0B7B-5F5D-F637-E4CD-0D58B506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 (Continued)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BDB37-58B6-6C2C-06DB-C53ACBE76D29}"/>
              </a:ext>
            </a:extLst>
          </p:cNvPr>
          <p:cNvSpPr txBox="1"/>
          <p:nvPr/>
        </p:nvSpPr>
        <p:spPr>
          <a:xfrm>
            <a:off x="1377540" y="3669478"/>
            <a:ext cx="14606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84C71-3E20-9808-500F-72E429A92D01}"/>
              </a:ext>
            </a:extLst>
          </p:cNvPr>
          <p:cNvSpPr txBox="1"/>
          <p:nvPr/>
        </p:nvSpPr>
        <p:spPr>
          <a:xfrm>
            <a:off x="3738747" y="3669478"/>
            <a:ext cx="14606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 Server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EA8690E9-5D48-99CC-D5B4-3F58445B6848}"/>
              </a:ext>
            </a:extLst>
          </p:cNvPr>
          <p:cNvSpPr/>
          <p:nvPr/>
        </p:nvSpPr>
        <p:spPr>
          <a:xfrm>
            <a:off x="6614594" y="2505697"/>
            <a:ext cx="1496291" cy="997527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D0F59-D7CD-F058-67C4-8690241EC4C3}"/>
              </a:ext>
            </a:extLst>
          </p:cNvPr>
          <p:cNvSpPr txBox="1"/>
          <p:nvPr/>
        </p:nvSpPr>
        <p:spPr>
          <a:xfrm>
            <a:off x="6774950" y="2875047"/>
            <a:ext cx="117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D3EC6-EBFA-E305-411F-78FD219E898F}"/>
              </a:ext>
            </a:extLst>
          </p:cNvPr>
          <p:cNvSpPr txBox="1"/>
          <p:nvPr/>
        </p:nvSpPr>
        <p:spPr>
          <a:xfrm>
            <a:off x="9446819" y="2648219"/>
            <a:ext cx="16209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Confluence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53B2C-ED2E-29D8-6CFC-7275F5C3B4E3}"/>
              </a:ext>
            </a:extLst>
          </p:cNvPr>
          <p:cNvSpPr txBox="1"/>
          <p:nvPr/>
        </p:nvSpPr>
        <p:spPr>
          <a:xfrm>
            <a:off x="9432384" y="3207813"/>
            <a:ext cx="16354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Files (PDF,…)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BDD6B-48C5-03BF-5F02-5250B5D09EEB}"/>
              </a:ext>
            </a:extLst>
          </p:cNvPr>
          <p:cNvSpPr txBox="1"/>
          <p:nvPr/>
        </p:nvSpPr>
        <p:spPr>
          <a:xfrm>
            <a:off x="6650220" y="4828869"/>
            <a:ext cx="14606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7BA060-DFED-D018-5DCF-CD6B860596E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838205" y="3854144"/>
            <a:ext cx="900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84FCAA-8C78-9ADF-9494-666E2E25756A}"/>
              </a:ext>
            </a:extLst>
          </p:cNvPr>
          <p:cNvCxnSpPr>
            <a:cxnSpLocks/>
          </p:cNvCxnSpPr>
          <p:nvPr/>
        </p:nvCxnSpPr>
        <p:spPr>
          <a:xfrm flipV="1">
            <a:off x="5209893" y="2894315"/>
            <a:ext cx="1419136" cy="842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0E3196-BAC9-39AB-EA91-FDE33DADA298}"/>
              </a:ext>
            </a:extLst>
          </p:cNvPr>
          <p:cNvCxnSpPr>
            <a:cxnSpLocks/>
            <a:stCxn id="16" idx="1"/>
            <a:endCxn id="5" idx="4"/>
          </p:cNvCxnSpPr>
          <p:nvPr/>
        </p:nvCxnSpPr>
        <p:spPr>
          <a:xfrm flipH="1" flipV="1">
            <a:off x="8110885" y="3004461"/>
            <a:ext cx="1175619" cy="485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E5C323-BED5-DBCA-A4CD-0BCEA2763B01}"/>
              </a:ext>
            </a:extLst>
          </p:cNvPr>
          <p:cNvSpPr txBox="1"/>
          <p:nvPr/>
        </p:nvSpPr>
        <p:spPr>
          <a:xfrm>
            <a:off x="9415148" y="2054434"/>
            <a:ext cx="16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673F0-D5F2-A864-90B3-BDE11493C9C9}"/>
              </a:ext>
            </a:extLst>
          </p:cNvPr>
          <p:cNvSpPr txBox="1"/>
          <p:nvPr/>
        </p:nvSpPr>
        <p:spPr>
          <a:xfrm>
            <a:off x="5050075" y="2805212"/>
            <a:ext cx="133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Query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4822F3-7E48-314B-A47F-0F6D6CACF2D8}"/>
              </a:ext>
            </a:extLst>
          </p:cNvPr>
          <p:cNvSpPr txBox="1"/>
          <p:nvPr/>
        </p:nvSpPr>
        <p:spPr>
          <a:xfrm>
            <a:off x="5833749" y="3369981"/>
            <a:ext cx="16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Context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1F7BB0-9E0D-2B0B-6115-29A57BC5E848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5199412" y="3854144"/>
            <a:ext cx="1450808" cy="1159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A71BE18-F431-F9F0-1E6B-B6DF7F81D6ED}"/>
              </a:ext>
            </a:extLst>
          </p:cNvPr>
          <p:cNvSpPr txBox="1"/>
          <p:nvPr/>
        </p:nvSpPr>
        <p:spPr>
          <a:xfrm>
            <a:off x="6213232" y="3871460"/>
            <a:ext cx="1920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Query + System Prompt +</a:t>
            </a:r>
          </a:p>
          <a:p>
            <a:r>
              <a:rPr lang="en-US" dirty="0"/>
              <a:t>Context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541BF4-0F6C-DDA0-1268-553B144AFDE3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>
            <a:off x="5199412" y="3004461"/>
            <a:ext cx="1415182" cy="849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7D8C08-1466-B0A7-FB9C-D016E5229E27}"/>
              </a:ext>
            </a:extLst>
          </p:cNvPr>
          <p:cNvCxnSpPr>
            <a:cxnSpLocks/>
          </p:cNvCxnSpPr>
          <p:nvPr/>
        </p:nvCxnSpPr>
        <p:spPr>
          <a:xfrm flipH="1" flipV="1">
            <a:off x="5209893" y="3976432"/>
            <a:ext cx="1450184" cy="1187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B94FCA-416A-2359-A485-F5E8EDFEB335}"/>
              </a:ext>
            </a:extLst>
          </p:cNvPr>
          <p:cNvSpPr txBox="1"/>
          <p:nvPr/>
        </p:nvSpPr>
        <p:spPr>
          <a:xfrm>
            <a:off x="4833294" y="4474681"/>
            <a:ext cx="16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562CA-4AC4-7AC5-8636-3D77A5AAEC67}"/>
              </a:ext>
            </a:extLst>
          </p:cNvPr>
          <p:cNvSpPr txBox="1"/>
          <p:nvPr/>
        </p:nvSpPr>
        <p:spPr>
          <a:xfrm>
            <a:off x="1531917" y="5759532"/>
            <a:ext cx="788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Prompt ex:</a:t>
            </a:r>
            <a:br>
              <a:rPr lang="en-US" dirty="0"/>
            </a:br>
            <a:r>
              <a:rPr lang="en-AU" dirty="0"/>
              <a:t>You are a helpful assistant. Answer the user's question using ONLY the context provided below.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D53E-6801-E2C2-A1FC-DB8037C9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85B7-4B21-667D-93D6-AA23A8B56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Answers/Information provided by an Agentic system using RAG may not be 100% correct</a:t>
            </a:r>
          </a:p>
          <a:p>
            <a:endParaRPr lang="en-US" dirty="0"/>
          </a:p>
          <a:p>
            <a:r>
              <a:rPr lang="en-US" dirty="0"/>
              <a:t>It needs to be reviewed before finalizing</a:t>
            </a:r>
          </a:p>
          <a:p>
            <a:endParaRPr lang="en-US" dirty="0"/>
          </a:p>
          <a:p>
            <a:r>
              <a:rPr lang="en-US" dirty="0"/>
              <a:t>Can be treated as an Assistant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dirty="0" err="1"/>
              <a:t>behaviour</a:t>
            </a:r>
            <a:r>
              <a:rPr lang="en-US" dirty="0"/>
              <a:t> is even after doing everything needed to reduce hallucinations,…</a:t>
            </a:r>
          </a:p>
        </p:txBody>
      </p:sp>
    </p:spTree>
    <p:extLst>
      <p:ext uri="{BB962C8B-B14F-4D97-AF65-F5344CB8AC3E}">
        <p14:creationId xmlns:p14="http://schemas.microsoft.com/office/powerpoint/2010/main" val="349655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AABE-B1F2-E84A-7B6A-FBE06BF1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Use cases – User story generator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F755-6F62-0684-7062-38E3E8DE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Business Analyst can ask the Bot to generate User story for the details that they provide as input</a:t>
            </a:r>
          </a:p>
          <a:p>
            <a:endParaRPr lang="en-US" dirty="0"/>
          </a:p>
          <a:p>
            <a:r>
              <a:rPr lang="en-US" dirty="0"/>
              <a:t>Bot retrieves the Confluence content stored in Vector DB. Generates user story</a:t>
            </a:r>
          </a:p>
          <a:p>
            <a:endParaRPr lang="en-US" dirty="0"/>
          </a:p>
          <a:p>
            <a:r>
              <a:rPr lang="en-US" dirty="0"/>
              <a:t>BA can review the user story generated, refine the content manually and finalize it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90825-C2EC-0C40-5927-F184C7ED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9333" y="95678"/>
            <a:ext cx="2242869" cy="172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7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CA43-EB69-BDB8-C545-B4006B34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202F-3861-1F2E-65EF-7D1D62B7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Use cases – Customer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6A20-A189-B6D5-BEA3-4EFA409B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writes an email enquiring about the details of a Product to Customer support, who in turn uses the Bot</a:t>
            </a:r>
          </a:p>
          <a:p>
            <a:endParaRPr lang="en-US" dirty="0"/>
          </a:p>
          <a:p>
            <a:r>
              <a:rPr lang="en-US" dirty="0"/>
              <a:t>Bot retrieves the answer based on the content stored in its Vector DB. Also, provides reference document names </a:t>
            </a:r>
            <a:r>
              <a:rPr lang="en-US" dirty="0" err="1"/>
              <a:t>ie</a:t>
            </a:r>
            <a:r>
              <a:rPr lang="en-US" dirty="0"/>
              <a:t> citation from where the contents were fetched. </a:t>
            </a:r>
            <a:br>
              <a:rPr lang="en-US" dirty="0"/>
            </a:br>
            <a:r>
              <a:rPr lang="en-US" dirty="0"/>
              <a:t>(Vector DB to have the content of different data sources like Product specification PDFs of various Products,…)</a:t>
            </a:r>
          </a:p>
          <a:p>
            <a:endParaRPr lang="en-US" dirty="0"/>
          </a:p>
          <a:p>
            <a:r>
              <a:rPr lang="en-US" dirty="0"/>
              <a:t>Customer support person reviews the details fetched, refines the content manually if needed and responds back to User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30E79-2A2A-2434-8717-A7C248B7B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676" y="168347"/>
            <a:ext cx="2817956" cy="1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8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FEAD-E528-0758-E47A-B8C9A03B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BD4E-8290-0744-957C-6D84B4CB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74"/>
            <a:ext cx="10515600" cy="1325563"/>
          </a:xfrm>
        </p:spPr>
        <p:txBody>
          <a:bodyPr/>
          <a:lstStyle/>
          <a:p>
            <a:r>
              <a:rPr lang="en-US" dirty="0"/>
              <a:t>Agentic RAG for Confluence – Index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100FD-D03F-8324-0CA2-1A7E1F5D8172}"/>
              </a:ext>
            </a:extLst>
          </p:cNvPr>
          <p:cNvSpPr txBox="1"/>
          <p:nvPr/>
        </p:nvSpPr>
        <p:spPr>
          <a:xfrm>
            <a:off x="2006931" y="1377537"/>
            <a:ext cx="36694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# For text chunks: plain paragraph text.</a:t>
            </a:r>
          </a:p>
          <a:p>
            <a:r>
              <a:rPr lang="en-US" sz="1200" dirty="0"/>
              <a:t>        # For table chunks: Markdown-</a:t>
            </a:r>
            <a:r>
              <a:rPr lang="en-US" sz="1200" dirty="0" err="1"/>
              <a:t>serialised</a:t>
            </a:r>
            <a:r>
              <a:rPr lang="en-US" sz="1200" dirty="0"/>
              <a:t> table (preserves structure for BM25).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</a:t>
            </a:r>
            <a:r>
              <a:rPr lang="en-US" sz="1200" dirty="0" err="1">
                <a:highlight>
                  <a:srgbClr val="FFFF00"/>
                </a:highlight>
              </a:rPr>
              <a:t>SearchableField</a:t>
            </a:r>
            <a:r>
              <a:rPr lang="en-US" sz="1200" dirty="0">
                <a:highlight>
                  <a:srgbClr val="FFFF00"/>
                </a:highlight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name="</a:t>
            </a:r>
            <a:r>
              <a:rPr lang="en-US" sz="1200" b="1" dirty="0">
                <a:highlight>
                  <a:srgbClr val="FFFF00"/>
                </a:highlight>
              </a:rPr>
              <a:t>content</a:t>
            </a:r>
            <a:r>
              <a:rPr lang="en-US" sz="1200" dirty="0">
                <a:highlight>
                  <a:srgbClr val="FFFF00"/>
                </a:highlight>
              </a:rPr>
              <a:t>",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type=</a:t>
            </a:r>
            <a:r>
              <a:rPr lang="en-US" sz="1200" dirty="0" err="1">
                <a:highlight>
                  <a:srgbClr val="FFFF00"/>
                </a:highlight>
              </a:rPr>
              <a:t>SearchFieldDataType.String</a:t>
            </a:r>
            <a:r>
              <a:rPr lang="en-US" sz="1200" dirty="0">
                <a:highlight>
                  <a:srgbClr val="FFFF00"/>
                </a:highlight>
              </a:rPr>
              <a:t>,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</a:rPr>
              <a:t>analyzer_name</a:t>
            </a:r>
            <a:r>
              <a:rPr lang="en-US" sz="1200" dirty="0">
                <a:highlight>
                  <a:srgbClr val="FFFF00"/>
                </a:highlight>
              </a:rPr>
              <a:t>="</a:t>
            </a:r>
            <a:r>
              <a:rPr lang="en-US" sz="1200" dirty="0" err="1">
                <a:highlight>
                  <a:srgbClr val="FFFF00"/>
                </a:highlight>
              </a:rPr>
              <a:t>en.microsoft</a:t>
            </a:r>
            <a:r>
              <a:rPr lang="en-US" sz="1200" dirty="0">
                <a:highlight>
                  <a:srgbClr val="FFFF00"/>
                </a:highlight>
              </a:rPr>
              <a:t>",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retrievable=True,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),</a:t>
            </a:r>
          </a:p>
          <a:p>
            <a:endParaRPr lang="en-US" sz="1200" dirty="0"/>
          </a:p>
          <a:p>
            <a:r>
              <a:rPr lang="en-US" sz="1200" dirty="0"/>
              <a:t>        # ── Chunk classification </a:t>
            </a:r>
            <a:br>
              <a:rPr lang="en-US" sz="1200" dirty="0"/>
            </a:br>
            <a:r>
              <a:rPr lang="en-US" sz="1200" dirty="0"/>
              <a:t>        # "text" or "table" — enables filtered retrieval and prompt rendering.</a:t>
            </a:r>
          </a:p>
          <a:p>
            <a:r>
              <a:rPr lang="en-US" sz="1200" dirty="0">
                <a:highlight>
                  <a:srgbClr val="00FF00"/>
                </a:highlight>
              </a:rPr>
              <a:t>        </a:t>
            </a:r>
            <a:r>
              <a:rPr lang="en-US" sz="1200" dirty="0" err="1">
                <a:highlight>
                  <a:srgbClr val="00FF00"/>
                </a:highlight>
              </a:rPr>
              <a:t>SimpleField</a:t>
            </a:r>
            <a:r>
              <a:rPr lang="en-US" sz="1200" dirty="0">
                <a:highlight>
                  <a:srgbClr val="00FF00"/>
                </a:highlight>
              </a:rPr>
              <a:t>(</a:t>
            </a:r>
          </a:p>
          <a:p>
            <a:r>
              <a:rPr lang="en-US" sz="1200" dirty="0">
                <a:highlight>
                  <a:srgbClr val="00FF00"/>
                </a:highlight>
              </a:rPr>
              <a:t>            name="</a:t>
            </a:r>
            <a:r>
              <a:rPr lang="en-US" sz="1200" b="1" dirty="0" err="1">
                <a:highlight>
                  <a:srgbClr val="00FF00"/>
                </a:highlight>
              </a:rPr>
              <a:t>chunk_type</a:t>
            </a:r>
            <a:r>
              <a:rPr lang="en-US" sz="1200" dirty="0">
                <a:highlight>
                  <a:srgbClr val="00FF00"/>
                </a:highlight>
              </a:rPr>
              <a:t>",</a:t>
            </a:r>
          </a:p>
          <a:p>
            <a:r>
              <a:rPr lang="en-US" sz="1200" dirty="0">
                <a:highlight>
                  <a:srgbClr val="00FF00"/>
                </a:highlight>
              </a:rPr>
              <a:t>            type=</a:t>
            </a:r>
            <a:r>
              <a:rPr lang="en-US" sz="1200" dirty="0" err="1">
                <a:highlight>
                  <a:srgbClr val="00FF00"/>
                </a:highlight>
              </a:rPr>
              <a:t>SearchFieldDataType.String</a:t>
            </a:r>
            <a:r>
              <a:rPr lang="en-US" sz="1200" dirty="0">
                <a:highlight>
                  <a:srgbClr val="00FF00"/>
                </a:highlight>
              </a:rPr>
              <a:t>,</a:t>
            </a:r>
          </a:p>
          <a:p>
            <a:r>
              <a:rPr lang="en-US" sz="1200" dirty="0">
                <a:highlight>
                  <a:srgbClr val="00FF00"/>
                </a:highlight>
              </a:rPr>
              <a:t>        ),</a:t>
            </a:r>
          </a:p>
          <a:p>
            <a:endParaRPr lang="en-US" sz="1200" dirty="0"/>
          </a:p>
          <a:p>
            <a:r>
              <a:rPr lang="en-US" sz="1200" dirty="0"/>
              <a:t>        # ── Vector field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SearchField(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    name="</a:t>
            </a:r>
            <a:r>
              <a:rPr lang="en-US" sz="1200" b="1" dirty="0" err="1">
                <a:highlight>
                  <a:srgbClr val="00FFFF"/>
                </a:highlight>
              </a:rPr>
              <a:t>content_vector</a:t>
            </a:r>
            <a:r>
              <a:rPr lang="en-US" sz="1200" dirty="0">
                <a:highlight>
                  <a:srgbClr val="00FFFF"/>
                </a:highlight>
              </a:rPr>
              <a:t>",</a:t>
            </a:r>
          </a:p>
          <a:p>
            <a:r>
              <a:rPr lang="en-US" sz="1200" dirty="0">
                <a:highlight>
                  <a:srgbClr val="00FFFF"/>
                </a:highlight>
              </a:rPr>
              <a:t>type=</a:t>
            </a:r>
            <a:r>
              <a:rPr lang="en-US" sz="1200" dirty="0" err="1">
                <a:highlight>
                  <a:srgbClr val="00FFFF"/>
                </a:highlight>
              </a:rPr>
              <a:t>SearchFieldDataType.Collection</a:t>
            </a:r>
            <a:r>
              <a:rPr lang="en-US" sz="1200" dirty="0">
                <a:highlight>
                  <a:srgbClr val="00FFFF"/>
                </a:highlight>
              </a:rPr>
              <a:t>(</a:t>
            </a:r>
            <a:r>
              <a:rPr lang="en-US" sz="1200" dirty="0" err="1">
                <a:highlight>
                  <a:srgbClr val="00FFFF"/>
                </a:highlight>
              </a:rPr>
              <a:t>SearchFieldDataType.Single</a:t>
            </a:r>
            <a:r>
              <a:rPr lang="en-US" sz="1200" dirty="0">
                <a:highlight>
                  <a:srgbClr val="00FFFF"/>
                </a:highlight>
              </a:rPr>
              <a:t>),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    searchable=True,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    </a:t>
            </a:r>
            <a:r>
              <a:rPr lang="en-US" sz="1200" dirty="0" err="1">
                <a:highlight>
                  <a:srgbClr val="00FFFF"/>
                </a:highlight>
              </a:rPr>
              <a:t>vector_search_dimensions</a:t>
            </a:r>
            <a:r>
              <a:rPr lang="en-US" sz="1200" dirty="0">
                <a:highlight>
                  <a:srgbClr val="00FFFF"/>
                </a:highlight>
              </a:rPr>
              <a:t>=VECTOR_DIMS,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    </a:t>
            </a:r>
            <a:r>
              <a:rPr lang="en-US" sz="1200" dirty="0" err="1">
                <a:highlight>
                  <a:srgbClr val="00FFFF"/>
                </a:highlight>
              </a:rPr>
              <a:t>vector_search_profile_name</a:t>
            </a:r>
            <a:r>
              <a:rPr lang="en-US" sz="1200" dirty="0">
                <a:highlight>
                  <a:srgbClr val="00FFFF"/>
                </a:highlight>
              </a:rPr>
              <a:t>="</a:t>
            </a:r>
            <a:r>
              <a:rPr lang="en-US" sz="1200" dirty="0" err="1">
                <a:highlight>
                  <a:srgbClr val="00FFFF"/>
                </a:highlight>
              </a:rPr>
              <a:t>hnsw</a:t>
            </a:r>
            <a:r>
              <a:rPr lang="en-US" sz="1200" dirty="0">
                <a:highlight>
                  <a:srgbClr val="00FFFF"/>
                </a:highlight>
              </a:rPr>
              <a:t>-profile",</a:t>
            </a:r>
          </a:p>
          <a:p>
            <a:r>
              <a:rPr lang="en-US" sz="1200" dirty="0">
                <a:highlight>
                  <a:srgbClr val="00FFFF"/>
                </a:highlight>
              </a:rPr>
              <a:t>        ),</a:t>
            </a:r>
            <a:endParaRPr lang="en-US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6546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0E6F-B1B2-78DC-0E95-8D3459D8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1EEF-7168-5627-96C4-2B5848A0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87" y="126937"/>
            <a:ext cx="10515600" cy="1101237"/>
          </a:xfrm>
        </p:spPr>
        <p:txBody>
          <a:bodyPr/>
          <a:lstStyle/>
          <a:p>
            <a:r>
              <a:rPr lang="en-US" dirty="0"/>
              <a:t>Agentic RAG for Confluence - Ingestion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39161-0D97-B10A-5764-8438D405BEFC}"/>
              </a:ext>
            </a:extLst>
          </p:cNvPr>
          <p:cNvSpPr/>
          <p:nvPr/>
        </p:nvSpPr>
        <p:spPr>
          <a:xfrm>
            <a:off x="310286" y="1940961"/>
            <a:ext cx="1342405" cy="1995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Confluence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3CA1-1C9F-29BF-E28D-7F2A8AD37101}"/>
              </a:ext>
            </a:extLst>
          </p:cNvPr>
          <p:cNvSpPr/>
          <p:nvPr/>
        </p:nvSpPr>
        <p:spPr>
          <a:xfrm>
            <a:off x="3835729" y="2105326"/>
            <a:ext cx="1032657" cy="16610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Docling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EF905-3C3D-2FE2-B511-31CB29C623B5}"/>
              </a:ext>
            </a:extLst>
          </p:cNvPr>
          <p:cNvSpPr/>
          <p:nvPr/>
        </p:nvSpPr>
        <p:spPr>
          <a:xfrm>
            <a:off x="5209560" y="2112582"/>
            <a:ext cx="1365662" cy="5803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6C9C2-226D-FD7E-E8B4-F1AE18D988C4}"/>
              </a:ext>
            </a:extLst>
          </p:cNvPr>
          <p:cNvSpPr/>
          <p:nvPr/>
        </p:nvSpPr>
        <p:spPr>
          <a:xfrm>
            <a:off x="5209558" y="2943019"/>
            <a:ext cx="1365662" cy="831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Text (Paragraph, List,…)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B8B61-6F36-61EC-3096-71066AE33343}"/>
              </a:ext>
            </a:extLst>
          </p:cNvPr>
          <p:cNvSpPr/>
          <p:nvPr/>
        </p:nvSpPr>
        <p:spPr>
          <a:xfrm>
            <a:off x="1970459" y="2107968"/>
            <a:ext cx="1365662" cy="16610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 err="1">
                <a:solidFill>
                  <a:schemeClr val="tx1"/>
                </a:solidFill>
              </a:rPr>
              <a:t>atlassian</a:t>
            </a:r>
            <a:r>
              <a:rPr lang="en-AU" dirty="0">
                <a:solidFill>
                  <a:schemeClr val="tx1"/>
                </a:solidFill>
              </a:rPr>
              <a:t>-python-</a:t>
            </a:r>
            <a:r>
              <a:rPr lang="en-AU" dirty="0" err="1">
                <a:solidFill>
                  <a:schemeClr val="tx1"/>
                </a:solidFill>
              </a:rPr>
              <a:t>api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BA40D-417B-4034-C998-6D96812F224E}"/>
              </a:ext>
            </a:extLst>
          </p:cNvPr>
          <p:cNvSpPr/>
          <p:nvPr/>
        </p:nvSpPr>
        <p:spPr>
          <a:xfrm>
            <a:off x="6915893" y="2105326"/>
            <a:ext cx="1365662" cy="6177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Chunking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AC815-0799-2368-F31C-0F35CD72F42A}"/>
              </a:ext>
            </a:extLst>
          </p:cNvPr>
          <p:cNvSpPr/>
          <p:nvPr/>
        </p:nvSpPr>
        <p:spPr>
          <a:xfrm>
            <a:off x="6915893" y="2943019"/>
            <a:ext cx="1365662" cy="831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Chunking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6A349-9C2E-0D5F-D7A6-4FB0CD6B6D73}"/>
              </a:ext>
            </a:extLst>
          </p:cNvPr>
          <p:cNvSpPr/>
          <p:nvPr/>
        </p:nvSpPr>
        <p:spPr>
          <a:xfrm>
            <a:off x="8012631" y="1322035"/>
            <a:ext cx="1365662" cy="604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Embedding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2AE05-4AA7-9EAA-5E61-797AE6C3F5BB}"/>
              </a:ext>
            </a:extLst>
          </p:cNvPr>
          <p:cNvSpPr/>
          <p:nvPr/>
        </p:nvSpPr>
        <p:spPr>
          <a:xfrm>
            <a:off x="6575220" y="4605645"/>
            <a:ext cx="1365662" cy="16610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 AI Search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(Custom Index)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C0C465-CC05-AE1F-46B9-F264395C1DED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1652691" y="2938489"/>
            <a:ext cx="317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359ECF-303D-DDEE-1DD1-6F53689A15C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331769" y="2927921"/>
            <a:ext cx="503960" cy="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214197-F8F3-3867-0642-7028D8D819FB}"/>
              </a:ext>
            </a:extLst>
          </p:cNvPr>
          <p:cNvSpPr txBox="1"/>
          <p:nvPr/>
        </p:nvSpPr>
        <p:spPr>
          <a:xfrm>
            <a:off x="3332761" y="2599996"/>
            <a:ext cx="853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JSON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CBC31F-9B0C-41E8-976C-0B038D7C774F}"/>
              </a:ext>
            </a:extLst>
          </p:cNvPr>
          <p:cNvCxnSpPr>
            <a:cxnSpLocks/>
          </p:cNvCxnSpPr>
          <p:nvPr/>
        </p:nvCxnSpPr>
        <p:spPr>
          <a:xfrm>
            <a:off x="4867153" y="2457897"/>
            <a:ext cx="34413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894354-806C-2411-BE85-851EA1E183ED}"/>
              </a:ext>
            </a:extLst>
          </p:cNvPr>
          <p:cNvCxnSpPr>
            <a:cxnSpLocks/>
          </p:cNvCxnSpPr>
          <p:nvPr/>
        </p:nvCxnSpPr>
        <p:spPr>
          <a:xfrm>
            <a:off x="4867153" y="3379437"/>
            <a:ext cx="34413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FC42AD-7C30-68B1-AECC-7D2B8C67B572}"/>
              </a:ext>
            </a:extLst>
          </p:cNvPr>
          <p:cNvCxnSpPr>
            <a:cxnSpLocks/>
          </p:cNvCxnSpPr>
          <p:nvPr/>
        </p:nvCxnSpPr>
        <p:spPr>
          <a:xfrm>
            <a:off x="6575220" y="3358655"/>
            <a:ext cx="34413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131BE85-4E96-9BB8-3D36-3C0EC281B4CB}"/>
              </a:ext>
            </a:extLst>
          </p:cNvPr>
          <p:cNvCxnSpPr>
            <a:cxnSpLocks/>
          </p:cNvCxnSpPr>
          <p:nvPr/>
        </p:nvCxnSpPr>
        <p:spPr>
          <a:xfrm>
            <a:off x="6575220" y="2402775"/>
            <a:ext cx="34413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9D25354-4C12-5093-AA24-258DE2EE7B53}"/>
              </a:ext>
            </a:extLst>
          </p:cNvPr>
          <p:cNvSpPr/>
          <p:nvPr/>
        </p:nvSpPr>
        <p:spPr>
          <a:xfrm>
            <a:off x="9087098" y="2093884"/>
            <a:ext cx="1062595" cy="320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624A2E-D9BD-AF67-FD01-35796DA2888E}"/>
              </a:ext>
            </a:extLst>
          </p:cNvPr>
          <p:cNvSpPr/>
          <p:nvPr/>
        </p:nvSpPr>
        <p:spPr>
          <a:xfrm>
            <a:off x="9100952" y="3049765"/>
            <a:ext cx="1048741" cy="379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Vector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C8D3CE0-CD86-3574-8AE0-AB9551AF3D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08208" y="2314304"/>
            <a:ext cx="1254114" cy="507431"/>
          </a:xfrm>
          <a:prstGeom prst="bentConnector3">
            <a:avLst>
              <a:gd name="adj1" fmla="val -492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19D75C8-FBA1-F57A-39A9-50BF3E5B7FAE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8377516" y="2515947"/>
            <a:ext cx="1312784" cy="134088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3A29E9B-3218-C8A0-22F4-09FBA54590E4}"/>
              </a:ext>
            </a:extLst>
          </p:cNvPr>
          <p:cNvSpPr/>
          <p:nvPr/>
        </p:nvSpPr>
        <p:spPr>
          <a:xfrm>
            <a:off x="10474492" y="2061336"/>
            <a:ext cx="1365662" cy="6177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{ }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61F027-9EDD-8C28-722E-1DC7F3C06221}"/>
              </a:ext>
            </a:extLst>
          </p:cNvPr>
          <p:cNvSpPr/>
          <p:nvPr/>
        </p:nvSpPr>
        <p:spPr>
          <a:xfrm>
            <a:off x="10480181" y="3070546"/>
            <a:ext cx="1359973" cy="6177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{ }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F83E9EEA-E01E-4599-6A1D-F2742AF882E7}"/>
              </a:ext>
            </a:extLst>
          </p:cNvPr>
          <p:cNvCxnSpPr>
            <a:endCxn id="26" idx="1"/>
          </p:cNvCxnSpPr>
          <p:nvPr/>
        </p:nvCxnSpPr>
        <p:spPr>
          <a:xfrm>
            <a:off x="8535268" y="1940961"/>
            <a:ext cx="551830" cy="313090"/>
          </a:xfrm>
          <a:prstGeom prst="bentConnector3">
            <a:avLst>
              <a:gd name="adj1" fmla="val 265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0F8150AE-9AC7-4E1F-9C0B-3C859D9B27C0}"/>
              </a:ext>
            </a:extLst>
          </p:cNvPr>
          <p:cNvCxnSpPr/>
          <p:nvPr/>
        </p:nvCxnSpPr>
        <p:spPr>
          <a:xfrm rot="5400000" flipH="1" flipV="1">
            <a:off x="8199974" y="2022543"/>
            <a:ext cx="313089" cy="149926"/>
          </a:xfrm>
          <a:prstGeom prst="bentConnector3">
            <a:avLst>
              <a:gd name="adj1" fmla="val 448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D3C1257D-933E-9256-594E-1D1B7954A1C2}"/>
              </a:ext>
            </a:extLst>
          </p:cNvPr>
          <p:cNvCxnSpPr>
            <a:stCxn id="26" idx="3"/>
          </p:cNvCxnSpPr>
          <p:nvPr/>
        </p:nvCxnSpPr>
        <p:spPr>
          <a:xfrm flipV="1">
            <a:off x="10149693" y="2254050"/>
            <a:ext cx="324799" cy="1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10ED75-BFD6-87DB-D6EB-BA18B4CBFB2F}"/>
              </a:ext>
            </a:extLst>
          </p:cNvPr>
          <p:cNvCxnSpPr/>
          <p:nvPr/>
        </p:nvCxnSpPr>
        <p:spPr>
          <a:xfrm>
            <a:off x="8281555" y="2587324"/>
            <a:ext cx="219293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7F0AB84-FEC4-A136-DBA4-6664EA9BC910}"/>
              </a:ext>
            </a:extLst>
          </p:cNvPr>
          <p:cNvCxnSpPr/>
          <p:nvPr/>
        </p:nvCxnSpPr>
        <p:spPr>
          <a:xfrm>
            <a:off x="8281554" y="3559121"/>
            <a:ext cx="219293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7DF9F3-990E-55D8-4BF0-FABCDAD61CF3}"/>
              </a:ext>
            </a:extLst>
          </p:cNvPr>
          <p:cNvCxnSpPr/>
          <p:nvPr/>
        </p:nvCxnSpPr>
        <p:spPr>
          <a:xfrm flipV="1">
            <a:off x="10149553" y="3250211"/>
            <a:ext cx="324799" cy="1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4700FB1-2FF2-9DF1-A26B-E52CA70BB96F}"/>
              </a:ext>
            </a:extLst>
          </p:cNvPr>
          <p:cNvSpPr txBox="1"/>
          <p:nvPr/>
        </p:nvSpPr>
        <p:spPr>
          <a:xfrm>
            <a:off x="9718966" y="1555548"/>
            <a:ext cx="116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Metadata</a:t>
            </a:r>
          </a:p>
          <a:p>
            <a:pPr algn="ctr"/>
            <a:r>
              <a:rPr lang="en-US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E012DF-7A24-D2F5-2BED-CF696D4A4064}"/>
              </a:ext>
            </a:extLst>
          </p:cNvPr>
          <p:cNvSpPr txBox="1"/>
          <p:nvPr/>
        </p:nvSpPr>
        <p:spPr>
          <a:xfrm>
            <a:off x="9711401" y="3574312"/>
            <a:ext cx="1168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Metadata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1FF22E-5BF6-FC03-C2FF-D12C720B2DA4}"/>
              </a:ext>
            </a:extLst>
          </p:cNvPr>
          <p:cNvSpPr txBox="1"/>
          <p:nvPr/>
        </p:nvSpPr>
        <p:spPr>
          <a:xfrm>
            <a:off x="5997787" y="1570664"/>
            <a:ext cx="1482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Structure aware chunking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DFFF51-3164-FED8-7C26-A8E3DDF28BE2}"/>
              </a:ext>
            </a:extLst>
          </p:cNvPr>
          <p:cNvSpPr txBox="1"/>
          <p:nvPr/>
        </p:nvSpPr>
        <p:spPr>
          <a:xfrm>
            <a:off x="8197806" y="2239913"/>
            <a:ext cx="75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chunk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891638-33A8-D1C6-ECC8-B5FEAC894888}"/>
              </a:ext>
            </a:extLst>
          </p:cNvPr>
          <p:cNvSpPr txBox="1"/>
          <p:nvPr/>
        </p:nvSpPr>
        <p:spPr>
          <a:xfrm>
            <a:off x="8209680" y="3237662"/>
            <a:ext cx="758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chunk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5349F8F9-E259-CE36-E86E-7E895E6D658D}"/>
              </a:ext>
            </a:extLst>
          </p:cNvPr>
          <p:cNvCxnSpPr>
            <a:cxnSpLocks/>
            <a:stCxn id="36" idx="3"/>
          </p:cNvCxnSpPr>
          <p:nvPr/>
        </p:nvCxnSpPr>
        <p:spPr>
          <a:xfrm flipH="1">
            <a:off x="7918123" y="2370227"/>
            <a:ext cx="3922031" cy="3543685"/>
          </a:xfrm>
          <a:prstGeom prst="bentConnector3">
            <a:avLst>
              <a:gd name="adj1" fmla="val -5829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13236F5A-9EFB-1FAD-D751-37919FB58ECC}"/>
              </a:ext>
            </a:extLst>
          </p:cNvPr>
          <p:cNvCxnSpPr>
            <a:stCxn id="37" idx="2"/>
          </p:cNvCxnSpPr>
          <p:nvPr/>
        </p:nvCxnSpPr>
        <p:spPr>
          <a:xfrm rot="5400000">
            <a:off x="8841990" y="2764461"/>
            <a:ext cx="1394312" cy="3242045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7E32495-A1E6-49CB-217E-122D15459A6F}"/>
              </a:ext>
            </a:extLst>
          </p:cNvPr>
          <p:cNvSpPr txBox="1"/>
          <p:nvPr/>
        </p:nvSpPr>
        <p:spPr>
          <a:xfrm>
            <a:off x="1031831" y="4202785"/>
            <a:ext cx="42869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-This setup is for Hybrid search. </a:t>
            </a:r>
            <a:r>
              <a:rPr lang="en-US" sz="1400" dirty="0" err="1"/>
              <a:t>ie</a:t>
            </a:r>
            <a:endParaRPr lang="en-US" sz="1400" dirty="0"/>
          </a:p>
          <a:p>
            <a:r>
              <a:rPr lang="en-US" sz="1400" dirty="0"/>
              <a:t>Free text search: exact terms, keywords, IDs</a:t>
            </a:r>
          </a:p>
          <a:p>
            <a:r>
              <a:rPr lang="en-US" sz="1400" dirty="0"/>
              <a:t>+</a:t>
            </a:r>
          </a:p>
          <a:p>
            <a:r>
              <a:rPr lang="en-US" sz="1400" dirty="0"/>
              <a:t>Vector search: semantic match </a:t>
            </a:r>
            <a:r>
              <a:rPr lang="en-US" sz="1400" dirty="0" err="1"/>
              <a:t>ie</a:t>
            </a:r>
            <a:r>
              <a:rPr lang="en-US" sz="1400" dirty="0"/>
              <a:t> conceptually related</a:t>
            </a:r>
          </a:p>
          <a:p>
            <a:r>
              <a:rPr lang="en-US" sz="1400" dirty="0"/>
              <a:t>-Don’t split a table across chunks unless it is very large</a:t>
            </a:r>
          </a:p>
          <a:p>
            <a:r>
              <a:rPr lang="en-US" sz="1400" dirty="0"/>
              <a:t>-Metadata refers to </a:t>
            </a:r>
            <a:r>
              <a:rPr lang="en-US" sz="1400" dirty="0" err="1"/>
              <a:t>pageTitle</a:t>
            </a:r>
            <a:r>
              <a:rPr lang="en-US" sz="1400" dirty="0"/>
              <a:t>, section heading,…</a:t>
            </a:r>
          </a:p>
          <a:p>
            <a:r>
              <a:rPr lang="en-US" sz="1400" dirty="0"/>
              <a:t>-Document object should have the same fields as that of the index created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1FA7D1-7347-801C-C9C4-D0A7B997454D}"/>
              </a:ext>
            </a:extLst>
          </p:cNvPr>
          <p:cNvSpPr txBox="1"/>
          <p:nvPr/>
        </p:nvSpPr>
        <p:spPr>
          <a:xfrm>
            <a:off x="1604734" y="2569218"/>
            <a:ext cx="431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url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7589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9F43-1C1B-040F-8227-C3228DA4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718"/>
          </a:xfrm>
        </p:spPr>
        <p:txBody>
          <a:bodyPr/>
          <a:lstStyle/>
          <a:p>
            <a:r>
              <a:rPr lang="en-US" dirty="0"/>
              <a:t>Agentic RAG for Confluence - Querying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CE3C4-5AC1-1A38-EA55-385B732F5BF9}"/>
              </a:ext>
            </a:extLst>
          </p:cNvPr>
          <p:cNvSpPr/>
          <p:nvPr/>
        </p:nvSpPr>
        <p:spPr>
          <a:xfrm>
            <a:off x="1720994" y="3044512"/>
            <a:ext cx="1131003" cy="924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EB1D9-92F1-6844-3EFE-9B6D8F52F2C9}"/>
              </a:ext>
            </a:extLst>
          </p:cNvPr>
          <p:cNvSpPr/>
          <p:nvPr/>
        </p:nvSpPr>
        <p:spPr>
          <a:xfrm>
            <a:off x="3809133" y="3044512"/>
            <a:ext cx="1131003" cy="9277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89E97-1BCC-507D-B003-6BC9A4ADB1F9}"/>
              </a:ext>
            </a:extLst>
          </p:cNvPr>
          <p:cNvSpPr/>
          <p:nvPr/>
        </p:nvSpPr>
        <p:spPr>
          <a:xfrm>
            <a:off x="8965370" y="2277769"/>
            <a:ext cx="1350329" cy="9396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 AI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10005-18F7-0873-EE4E-BBBBED6F3CB4}"/>
              </a:ext>
            </a:extLst>
          </p:cNvPr>
          <p:cNvSpPr/>
          <p:nvPr/>
        </p:nvSpPr>
        <p:spPr>
          <a:xfrm>
            <a:off x="8965370" y="3662051"/>
            <a:ext cx="1350329" cy="59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70C6D3-720D-CA71-355B-419D7635E236}"/>
              </a:ext>
            </a:extLst>
          </p:cNvPr>
          <p:cNvSpPr/>
          <p:nvPr/>
        </p:nvSpPr>
        <p:spPr>
          <a:xfrm>
            <a:off x="5905147" y="1489271"/>
            <a:ext cx="1350329" cy="7196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Embedding 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F974A5-CEF9-65AD-A97C-EB6E500666C9}"/>
              </a:ext>
            </a:extLst>
          </p:cNvPr>
          <p:cNvCxnSpPr>
            <a:cxnSpLocks/>
          </p:cNvCxnSpPr>
          <p:nvPr/>
        </p:nvCxnSpPr>
        <p:spPr>
          <a:xfrm>
            <a:off x="2856637" y="3302947"/>
            <a:ext cx="957136" cy="1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42F28E-EBB0-F7FA-4D15-5502DFF3541F}"/>
              </a:ext>
            </a:extLst>
          </p:cNvPr>
          <p:cNvCxnSpPr>
            <a:cxnSpLocks/>
          </p:cNvCxnSpPr>
          <p:nvPr/>
        </p:nvCxnSpPr>
        <p:spPr>
          <a:xfrm flipV="1">
            <a:off x="4940136" y="2197697"/>
            <a:ext cx="1477238" cy="986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D1321-F736-3300-6838-8AF08B95F3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940136" y="2208944"/>
            <a:ext cx="1640176" cy="109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2AFA16-97A3-CA08-F08A-648215D9FCD6}"/>
              </a:ext>
            </a:extLst>
          </p:cNvPr>
          <p:cNvSpPr txBox="1"/>
          <p:nvPr/>
        </p:nvSpPr>
        <p:spPr>
          <a:xfrm>
            <a:off x="4842995" y="2332985"/>
            <a:ext cx="133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User Query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7CFB5-65D5-F24F-0750-6EC17810861C}"/>
              </a:ext>
            </a:extLst>
          </p:cNvPr>
          <p:cNvSpPr txBox="1"/>
          <p:nvPr/>
        </p:nvSpPr>
        <p:spPr>
          <a:xfrm>
            <a:off x="6276613" y="2272566"/>
            <a:ext cx="133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Vectors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C5B067-983C-DA6C-C526-C3CED6C7E32C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940136" y="2747570"/>
            <a:ext cx="4025234" cy="62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EADD8D6-4098-5EF0-6FE6-F2F791B70E59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4940136" y="2909347"/>
            <a:ext cx="4025234" cy="599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63A044-F485-AA00-E746-522F43E0D24B}"/>
              </a:ext>
            </a:extLst>
          </p:cNvPr>
          <p:cNvSpPr txBox="1"/>
          <p:nvPr/>
        </p:nvSpPr>
        <p:spPr>
          <a:xfrm>
            <a:off x="6249168" y="2668822"/>
            <a:ext cx="2012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User Query + Vectors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9F4BCB-260C-4649-0EB1-78ECA208862E}"/>
              </a:ext>
            </a:extLst>
          </p:cNvPr>
          <p:cNvSpPr txBox="1"/>
          <p:nvPr/>
        </p:nvSpPr>
        <p:spPr>
          <a:xfrm>
            <a:off x="6707352" y="3168084"/>
            <a:ext cx="2657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Top-K documents + citation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0D2F37-06A0-AD38-B6A0-D79774ADB040}"/>
              </a:ext>
            </a:extLst>
          </p:cNvPr>
          <p:cNvCxnSpPr>
            <a:cxnSpLocks/>
          </p:cNvCxnSpPr>
          <p:nvPr/>
        </p:nvCxnSpPr>
        <p:spPr>
          <a:xfrm>
            <a:off x="4940136" y="3546659"/>
            <a:ext cx="4025234" cy="292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EC1736A-7A11-FD7F-C3F7-81E0CB9D8BAB}"/>
              </a:ext>
            </a:extLst>
          </p:cNvPr>
          <p:cNvSpPr/>
          <p:nvPr/>
        </p:nvSpPr>
        <p:spPr>
          <a:xfrm>
            <a:off x="7994688" y="4642439"/>
            <a:ext cx="1636200" cy="831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Judge LLM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(Evaluation: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 as Judge)</a:t>
            </a:r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96CE3DFF-48CF-4229-93CC-81E537C3A32B}"/>
              </a:ext>
            </a:extLst>
          </p:cNvPr>
          <p:cNvSpPr/>
          <p:nvPr/>
        </p:nvSpPr>
        <p:spPr>
          <a:xfrm>
            <a:off x="3619668" y="5120741"/>
            <a:ext cx="1509934" cy="954107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DB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(for conversation history)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65176A5-8362-DD05-6D13-698533C0D7F4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4940136" y="3662051"/>
            <a:ext cx="4025234" cy="298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E9C5829-5817-D2F9-BB46-8165FB2A0EEE}"/>
              </a:ext>
            </a:extLst>
          </p:cNvPr>
          <p:cNvSpPr txBox="1"/>
          <p:nvPr/>
        </p:nvSpPr>
        <p:spPr>
          <a:xfrm>
            <a:off x="5557652" y="3379289"/>
            <a:ext cx="6634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User Query + System Prompt + (Top-K documents + citation) + Conversation history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490A2D-DF00-2B1B-63EB-1312903352B7}"/>
              </a:ext>
            </a:extLst>
          </p:cNvPr>
          <p:cNvSpPr txBox="1"/>
          <p:nvPr/>
        </p:nvSpPr>
        <p:spPr>
          <a:xfrm>
            <a:off x="6233437" y="3841383"/>
            <a:ext cx="2166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Response from Gen LLM</a:t>
            </a:r>
          </a:p>
          <a:p>
            <a:r>
              <a:rPr lang="en-US" sz="1400" dirty="0">
                <a:solidFill>
                  <a:srgbClr val="00B050"/>
                </a:solidFill>
              </a:rPr>
              <a:t>(sentence with citation)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D77541-0B5A-E478-3BE4-8767D38C6659}"/>
              </a:ext>
            </a:extLst>
          </p:cNvPr>
          <p:cNvCxnSpPr>
            <a:cxnSpLocks/>
          </p:cNvCxnSpPr>
          <p:nvPr/>
        </p:nvCxnSpPr>
        <p:spPr>
          <a:xfrm>
            <a:off x="4940136" y="3687066"/>
            <a:ext cx="3054552" cy="1278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4F94FF9-7D08-70E5-E947-BEE3AE9B948B}"/>
              </a:ext>
            </a:extLst>
          </p:cNvPr>
          <p:cNvCxnSpPr>
            <a:cxnSpLocks/>
          </p:cNvCxnSpPr>
          <p:nvPr/>
        </p:nvCxnSpPr>
        <p:spPr>
          <a:xfrm flipH="1" flipV="1">
            <a:off x="4940136" y="3838957"/>
            <a:ext cx="3054552" cy="1342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94555CD-1720-AD71-4B21-FA8447A00804}"/>
              </a:ext>
            </a:extLst>
          </p:cNvPr>
          <p:cNvSpPr txBox="1"/>
          <p:nvPr/>
        </p:nvSpPr>
        <p:spPr>
          <a:xfrm>
            <a:off x="4348746" y="4115425"/>
            <a:ext cx="1509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Session Id+ </a:t>
            </a:r>
          </a:p>
          <a:p>
            <a:r>
              <a:rPr lang="en-US" sz="1400" dirty="0"/>
              <a:t>User Query + </a:t>
            </a:r>
          </a:p>
          <a:p>
            <a:r>
              <a:rPr lang="en-US" sz="1400" dirty="0"/>
              <a:t>Response from Judge LLM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F97207-7686-D9DF-2101-1DE61610B16D}"/>
              </a:ext>
            </a:extLst>
          </p:cNvPr>
          <p:cNvSpPr txBox="1"/>
          <p:nvPr/>
        </p:nvSpPr>
        <p:spPr>
          <a:xfrm>
            <a:off x="6852104" y="4272761"/>
            <a:ext cx="4631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Response from Gen LLM + (Top-K documents + citation) 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EF85396-A7BD-B86F-7CDB-C17C26EEC496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>
            <a:off x="4374635" y="3972237"/>
            <a:ext cx="0" cy="1148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E87B7EC-4803-9619-71FC-FAC47A02072A}"/>
              </a:ext>
            </a:extLst>
          </p:cNvPr>
          <p:cNvSpPr txBox="1"/>
          <p:nvPr/>
        </p:nvSpPr>
        <p:spPr>
          <a:xfrm>
            <a:off x="5766132" y="4683789"/>
            <a:ext cx="1509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Response from Judge LLM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04FBC5A-389C-F1C8-910F-AFFDFDAE4F30}"/>
              </a:ext>
            </a:extLst>
          </p:cNvPr>
          <p:cNvCxnSpPr>
            <a:cxnSpLocks/>
          </p:cNvCxnSpPr>
          <p:nvPr/>
        </p:nvCxnSpPr>
        <p:spPr>
          <a:xfrm rot="10800000">
            <a:off x="2865543" y="3687066"/>
            <a:ext cx="957136" cy="1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98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4ADF22-ACAE-B4DC-EF9E-B90DFB22C4D4}"/>
              </a:ext>
            </a:extLst>
          </p:cNvPr>
          <p:cNvSpPr txBox="1"/>
          <p:nvPr/>
        </p:nvSpPr>
        <p:spPr>
          <a:xfrm>
            <a:off x="4714504" y="3044279"/>
            <a:ext cx="29332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759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4447</TotalTime>
  <Words>646</Words>
  <Application>Microsoft Macintosh PowerPoint</Application>
  <PresentationFormat>Widescreen</PresentationFormat>
  <Paragraphs>132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RAG for Confluence</vt:lpstr>
      <vt:lpstr>Agenda</vt:lpstr>
      <vt:lpstr>What is RAG</vt:lpstr>
      <vt:lpstr>What is RAG (Continued)</vt:lpstr>
      <vt:lpstr>RAG Accuracy</vt:lpstr>
      <vt:lpstr>RAG Use cases – User story generator</vt:lpstr>
      <vt:lpstr>RAG Use cases – Customer Support</vt:lpstr>
      <vt:lpstr>Agentic RAG for Confluence – Index creation</vt:lpstr>
      <vt:lpstr>Agentic RAG for Confluence - Ingestion</vt:lpstr>
      <vt:lpstr>Agentic RAG for Confluence - Querying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Cuppam Srinivasan, Purushothaman (Cognizant)</dc:creator>
  <cp:lastModifiedBy>Cuppam Srinivasan, Purushothaman (Cognizant)</cp:lastModifiedBy>
  <cp:revision>3</cp:revision>
  <dcterms:created xsi:type="dcterms:W3CDTF">2026-04-01T23:58:56Z</dcterms:created>
  <dcterms:modified xsi:type="dcterms:W3CDTF">2026-04-05T04:32:31Z</dcterms:modified>
</cp:coreProperties>
</file>